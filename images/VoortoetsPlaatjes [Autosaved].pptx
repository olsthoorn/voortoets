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60" r:id="rId3"/>
    <p:sldId id="259" r:id="rId4"/>
    <p:sldId id="257" r:id="rId5"/>
    <p:sldId id="25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94"/>
  </p:normalViewPr>
  <p:slideViewPr>
    <p:cSldViewPr snapToGrid="0">
      <p:cViewPr>
        <p:scale>
          <a:sx n="152" d="100"/>
          <a:sy n="152" d="100"/>
        </p:scale>
        <p:origin x="792" y="-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5EFE7-7ADD-BC40-8302-6BFE077E7FFD}" type="datetimeFigureOut">
              <a:rPr lang="en-NL" smtClean="0"/>
              <a:t>3/21/26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61349-F661-3C48-90B8-DFBB4AE353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3461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61349-F661-3C48-90B8-DFBB4AE35347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61890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61349-F661-3C48-90B8-DFBB4AE35347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5595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61349-F661-3C48-90B8-DFBB4AE35347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4039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024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9890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4072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43060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5190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962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704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276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84862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0786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595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0A6CB-D90F-AD4B-89C2-5F0ECE372669}" type="datetimeFigureOut">
              <a:rPr lang="en-NL" smtClean="0"/>
              <a:t>3/21/26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76CCF-D52A-CC4D-A629-7BB0D9400D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577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0623-25A2-CC2F-4820-CBD39768B4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Voortoets</a:t>
            </a:r>
            <a:br>
              <a:rPr lang="en-US" dirty="0"/>
            </a:br>
            <a:r>
              <a:rPr lang="en-NL"/>
              <a:t>Plaatjes </a:t>
            </a:r>
            <a:r>
              <a:rPr lang="en-US" dirty="0"/>
              <a:t>met de hand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1E6D1-6AB2-51CA-3527-E200F590A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6378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47C698B-DBB1-E0A8-71C1-4A3E2715AEB0}"/>
              </a:ext>
            </a:extLst>
          </p:cNvPr>
          <p:cNvGrpSpPr/>
          <p:nvPr/>
        </p:nvGrpSpPr>
        <p:grpSpPr>
          <a:xfrm>
            <a:off x="-13590" y="146345"/>
            <a:ext cx="9170428" cy="6720043"/>
            <a:chOff x="-13590" y="146345"/>
            <a:chExt cx="9170428" cy="672004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9F66EC-43C3-3D6B-A023-FA65DFFF3664}"/>
                </a:ext>
              </a:extLst>
            </p:cNvPr>
            <p:cNvSpPr/>
            <p:nvPr/>
          </p:nvSpPr>
          <p:spPr>
            <a:xfrm>
              <a:off x="-1" y="686481"/>
              <a:ext cx="9143999" cy="27425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E7085E6-B93D-337E-9D8A-6427A4C05E56}"/>
                </a:ext>
              </a:extLst>
            </p:cNvPr>
            <p:cNvGrpSpPr/>
            <p:nvPr/>
          </p:nvGrpSpPr>
          <p:grpSpPr>
            <a:xfrm>
              <a:off x="978483" y="669686"/>
              <a:ext cx="308759" cy="1376320"/>
              <a:chOff x="2061051" y="803632"/>
              <a:chExt cx="308759" cy="749511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BCCE810-2DDE-9689-1176-C4C8EDF0A507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73F09B70-2E0C-8563-35B5-EE2FC489F5B4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EB4E2DC-F686-D914-8B19-3DF1774A4D38}"/>
                </a:ext>
              </a:extLst>
            </p:cNvPr>
            <p:cNvGrpSpPr/>
            <p:nvPr/>
          </p:nvGrpSpPr>
          <p:grpSpPr>
            <a:xfrm>
              <a:off x="3317888" y="638251"/>
              <a:ext cx="308759" cy="1376320"/>
              <a:chOff x="2061051" y="803632"/>
              <a:chExt cx="308759" cy="74951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A37DE5FD-D645-EB1D-9F56-6DAC99081777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A30D0246-6F58-CCD3-EB8D-1EF85F35B964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1D6FC6E-8FE2-AAD8-3302-45322A7D09EE}"/>
                </a:ext>
              </a:extLst>
            </p:cNvPr>
            <p:cNvGrpSpPr/>
            <p:nvPr/>
          </p:nvGrpSpPr>
          <p:grpSpPr>
            <a:xfrm>
              <a:off x="5701930" y="660042"/>
              <a:ext cx="308759" cy="1376320"/>
              <a:chOff x="2061051" y="803632"/>
              <a:chExt cx="308759" cy="749511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36A7C86-CDAA-C749-0278-FCDFFDD5B0FF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675B7E45-CC60-5983-E645-303BE5449314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BE727AF-C50B-DB20-3CEC-9F1E13D35A3E}"/>
                </a:ext>
              </a:extLst>
            </p:cNvPr>
            <p:cNvGrpSpPr/>
            <p:nvPr/>
          </p:nvGrpSpPr>
          <p:grpSpPr>
            <a:xfrm>
              <a:off x="8112620" y="660035"/>
              <a:ext cx="308759" cy="1376320"/>
              <a:chOff x="2061051" y="803632"/>
              <a:chExt cx="308759" cy="749511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5E39E94-3C53-49DF-88E1-FB0B0B0EEB5D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36B3EC1D-65E6-60E8-39CB-F3EB26186ECA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283EE82-2A58-228B-D6BC-BA2F95C55063}"/>
                </a:ext>
              </a:extLst>
            </p:cNvPr>
            <p:cNvSpPr/>
            <p:nvPr/>
          </p:nvSpPr>
          <p:spPr>
            <a:xfrm>
              <a:off x="13855" y="1198583"/>
              <a:ext cx="9132495" cy="2230417"/>
            </a:xfrm>
            <a:custGeom>
              <a:avLst/>
              <a:gdLst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422072 w 9185563"/>
                <a:gd name="csY3" fmla="*/ 152400 h 2244436"/>
                <a:gd name="csX4" fmla="*/ 3588327 w 9185563"/>
                <a:gd name="csY4" fmla="*/ 180109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422072 w 9185563"/>
                <a:gd name="csY3" fmla="*/ 152400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9004 w 9185563"/>
                <a:gd name="csY3" fmla="*/ 127908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0208 w 9185563"/>
                <a:gd name="csY8" fmla="*/ 125433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0208 w 9185563"/>
                <a:gd name="csY8" fmla="*/ 125433 h 2244436"/>
                <a:gd name="csX9" fmla="*/ 9132495 w 9185563"/>
                <a:gd name="csY9" fmla="*/ 87209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32495"/>
                <a:gd name="csY0" fmla="*/ 0 h 2216727"/>
                <a:gd name="csX1" fmla="*/ 1066800 w 9132495"/>
                <a:gd name="csY1" fmla="*/ 193964 h 2216727"/>
                <a:gd name="csX2" fmla="*/ 1233054 w 9132495"/>
                <a:gd name="csY2" fmla="*/ 16625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66800 w 9132495"/>
                <a:gd name="csY1" fmla="*/ 193964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38225 w 9132495"/>
                <a:gd name="csY1" fmla="*/ 136814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100121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100121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132495" h="2229639">
                  <a:moveTo>
                    <a:pt x="0" y="12912"/>
                  </a:moveTo>
                  <a:cubicBezTo>
                    <a:pt x="351517" y="25860"/>
                    <a:pt x="572407" y="2067"/>
                    <a:pt x="1017814" y="137480"/>
                  </a:cubicBezTo>
                  <a:lnTo>
                    <a:pt x="1216726" y="142426"/>
                  </a:lnTo>
                  <a:cubicBezTo>
                    <a:pt x="1788556" y="-29559"/>
                    <a:pt x="2482849" y="-38259"/>
                    <a:pt x="3360840" y="128573"/>
                  </a:cubicBezTo>
                  <a:lnTo>
                    <a:pt x="3543423" y="127706"/>
                  </a:lnTo>
                  <a:cubicBezTo>
                    <a:pt x="4294043" y="-42919"/>
                    <a:pt x="5016088" y="6891"/>
                    <a:pt x="5758543" y="142427"/>
                  </a:cubicBezTo>
                  <a:lnTo>
                    <a:pt x="5945207" y="144036"/>
                  </a:lnTo>
                  <a:cubicBezTo>
                    <a:pt x="6649809" y="-57061"/>
                    <a:pt x="7423809" y="-37722"/>
                    <a:pt x="8169233" y="140820"/>
                  </a:cubicBezTo>
                  <a:lnTo>
                    <a:pt x="8350208" y="138345"/>
                  </a:lnTo>
                  <a:cubicBezTo>
                    <a:pt x="8766091" y="56207"/>
                    <a:pt x="8871733" y="80205"/>
                    <a:pt x="9132495" y="67464"/>
                  </a:cubicBezTo>
                  <a:cubicBezTo>
                    <a:pt x="9131134" y="774293"/>
                    <a:pt x="9129774" y="1513780"/>
                    <a:pt x="9128413" y="2220609"/>
                  </a:cubicBezTo>
                  <a:lnTo>
                    <a:pt x="0" y="2229639"/>
                  </a:lnTo>
                  <a:lnTo>
                    <a:pt x="0" y="12912"/>
                  </a:lnTo>
                  <a:close/>
                </a:path>
              </a:pathLst>
            </a:custGeom>
            <a:solidFill>
              <a:schemeClr val="accent1">
                <a:alpha val="3072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92D6FB-5455-F63C-8211-06C0425FF6BE}"/>
                </a:ext>
              </a:extLst>
            </p:cNvPr>
            <p:cNvCxnSpPr>
              <a:cxnSpLocks/>
            </p:cNvCxnSpPr>
            <p:nvPr/>
          </p:nvCxnSpPr>
          <p:spPr>
            <a:xfrm>
              <a:off x="2730570" y="2017839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1B503EE-7C3E-71A8-AC91-3905B57F9675}"/>
                </a:ext>
              </a:extLst>
            </p:cNvPr>
            <p:cNvCxnSpPr>
              <a:cxnSpLocks/>
            </p:cNvCxnSpPr>
            <p:nvPr/>
          </p:nvCxnSpPr>
          <p:spPr>
            <a:xfrm>
              <a:off x="2670937" y="1306913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9452B69-96E0-B26A-5455-ECCBB69200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0570" y="1336291"/>
              <a:ext cx="0" cy="656112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69C3FAB-3E83-1121-DCD8-8EBD52021B8B}"/>
                </a:ext>
              </a:extLst>
            </p:cNvPr>
            <p:cNvCxnSpPr>
              <a:cxnSpLocks/>
            </p:cNvCxnSpPr>
            <p:nvPr/>
          </p:nvCxnSpPr>
          <p:spPr>
            <a:xfrm>
              <a:off x="5417630" y="2046007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7B1F1C0-1C52-F550-D23C-EE26CE3AB2C2}"/>
                </a:ext>
              </a:extLst>
            </p:cNvPr>
            <p:cNvCxnSpPr>
              <a:cxnSpLocks/>
            </p:cNvCxnSpPr>
            <p:nvPr/>
          </p:nvCxnSpPr>
          <p:spPr>
            <a:xfrm>
              <a:off x="5763968" y="1345942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84D725F-B1F5-B2A1-8007-60C5C67EEB15}"/>
                </a:ext>
              </a:extLst>
            </p:cNvPr>
            <p:cNvCxnSpPr>
              <a:cxnSpLocks/>
            </p:cNvCxnSpPr>
            <p:nvPr/>
          </p:nvCxnSpPr>
          <p:spPr>
            <a:xfrm>
              <a:off x="6598233" y="1254058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7C9FC58-05A2-3856-6C07-22D6B2AD05E5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27" y="3163175"/>
              <a:ext cx="190648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42EA8F9-A68E-C486-0292-0EB91CE11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736" y="2036525"/>
              <a:ext cx="0" cy="112665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78A7BE1-B30D-F059-371A-DCE2286EE3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7926" y="1345942"/>
              <a:ext cx="0" cy="180119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8B09EAF-68F7-F0E2-AF0B-48D5220106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3411" y="1266825"/>
              <a:ext cx="0" cy="189635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BCC13FC-B74E-2937-D61A-4FEEC9942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83800" y="2596470"/>
              <a:ext cx="241300" cy="184413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4A9F6D2-C2FE-E5DA-87B8-EE231569C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9334" y="2061938"/>
              <a:ext cx="139700" cy="184413"/>
            </a:xfrm>
            <a:prstGeom prst="rect">
              <a:avLst/>
            </a:prstGeom>
          </p:spPr>
        </p:pic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C77EF7C-EC35-2C49-A2F4-216881C724C9}"/>
                </a:ext>
              </a:extLst>
            </p:cNvPr>
            <p:cNvCxnSpPr>
              <a:cxnSpLocks/>
            </p:cNvCxnSpPr>
            <p:nvPr/>
          </p:nvCxnSpPr>
          <p:spPr>
            <a:xfrm>
              <a:off x="1146537" y="498482"/>
              <a:ext cx="233394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B1A49B3-25B1-FE45-931D-96DB12CBC55F}"/>
                </a:ext>
              </a:extLst>
            </p:cNvPr>
            <p:cNvGrpSpPr/>
            <p:nvPr/>
          </p:nvGrpSpPr>
          <p:grpSpPr>
            <a:xfrm>
              <a:off x="1154722" y="329167"/>
              <a:ext cx="2325756" cy="496227"/>
              <a:chOff x="1154722" y="92219"/>
              <a:chExt cx="2325756" cy="921023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E0181EF-304B-91F3-E252-1DD60ED4C1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4722" y="98843"/>
                <a:ext cx="0" cy="9143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DE8E37A-E08E-DEC8-C3EC-6E1565021E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0478" y="92219"/>
                <a:ext cx="0" cy="9143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016C5AE4-9CEB-1A15-E8C0-D943F84CF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22110" y="329167"/>
              <a:ext cx="165100" cy="143432"/>
            </a:xfrm>
            <a:prstGeom prst="rect">
              <a:avLst/>
            </a:prstGeom>
          </p:spPr>
        </p:pic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378101B-32C6-23AA-D193-8A2CE1124BC0}"/>
                </a:ext>
              </a:extLst>
            </p:cNvPr>
            <p:cNvSpPr/>
            <p:nvPr/>
          </p:nvSpPr>
          <p:spPr>
            <a:xfrm>
              <a:off x="5897217" y="521152"/>
              <a:ext cx="887896" cy="449006"/>
            </a:xfrm>
            <a:custGeom>
              <a:avLst/>
              <a:gdLst>
                <a:gd name="csX0" fmla="*/ 0 w 887896"/>
                <a:gd name="csY0" fmla="*/ 556592 h 556592"/>
                <a:gd name="csX1" fmla="*/ 0 w 887896"/>
                <a:gd name="csY1" fmla="*/ 0 h 556592"/>
                <a:gd name="csX2" fmla="*/ 887896 w 887896"/>
                <a:gd name="csY2" fmla="*/ 13253 h 5565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87896" h="556592">
                  <a:moveTo>
                    <a:pt x="0" y="556592"/>
                  </a:moveTo>
                  <a:lnTo>
                    <a:pt x="0" y="0"/>
                  </a:lnTo>
                  <a:lnTo>
                    <a:pt x="887896" y="13253"/>
                  </a:lnTo>
                </a:path>
              </a:pathLst>
            </a:custGeom>
            <a:noFill/>
            <a:ln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AAEE636-B708-8811-2066-26C95E271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57734" y="287298"/>
              <a:ext cx="927100" cy="184413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C7646246-1DB9-DE37-1A4F-943C6A77B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55604" y="875280"/>
              <a:ext cx="685800" cy="184413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D580428-87FF-8E38-6CDD-83DD9185E34F}"/>
                </a:ext>
              </a:extLst>
            </p:cNvPr>
            <p:cNvSpPr/>
            <p:nvPr/>
          </p:nvSpPr>
          <p:spPr>
            <a:xfrm>
              <a:off x="-2353" y="4111537"/>
              <a:ext cx="9143999" cy="27425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2D676ABE-F792-40DE-1503-2C2C1CCBFC42}"/>
                </a:ext>
              </a:extLst>
            </p:cNvPr>
            <p:cNvGrpSpPr>
              <a:grpSpLocks/>
            </p:cNvGrpSpPr>
            <p:nvPr/>
          </p:nvGrpSpPr>
          <p:grpSpPr>
            <a:xfrm>
              <a:off x="3763619" y="146345"/>
              <a:ext cx="1570385" cy="250341"/>
              <a:chOff x="3763619" y="41415"/>
              <a:chExt cx="1570385" cy="310325"/>
            </a:xfrm>
          </p:grpSpPr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760DFE8B-D2EC-1FE4-A9AE-9F7E53797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64050" y="106572"/>
                <a:ext cx="215900" cy="177800"/>
              </a:xfrm>
              <a:prstGeom prst="rect">
                <a:avLst/>
              </a:prstGeom>
            </p:spPr>
          </p:pic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FC373489-2CA2-2160-31C7-C30F628F94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36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884070FB-85EB-9276-A760-6C383D168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60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9D06983-5A9B-01B8-FC26-871CB14868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84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DD14CDAF-682C-B999-39DD-933A481F73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8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07468177-CFED-95BC-8DC4-06B80D62D1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F852FAF1-A8E8-FDBF-6ABA-9795A3F03D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33183263-6D03-8FA6-DF86-6464459D3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68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82701E07-065C-AE30-694A-EDF53DEA3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F8DA97B6-8B26-9E85-1B2F-C186EA535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6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4BDD1427-500C-16B2-9F83-590949732E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9D59A0AA-F54E-8506-E444-5835A6ED293A}"/>
                </a:ext>
              </a:extLst>
            </p:cNvPr>
            <p:cNvSpPr/>
            <p:nvPr/>
          </p:nvSpPr>
          <p:spPr>
            <a:xfrm>
              <a:off x="976131" y="4094742"/>
              <a:ext cx="308759" cy="1376320"/>
            </a:xfrm>
            <a:custGeom>
              <a:avLst/>
              <a:gdLst>
                <a:gd name="csX0" fmla="*/ 0 w 308759"/>
                <a:gd name="csY0" fmla="*/ 0 h 760021"/>
                <a:gd name="csX1" fmla="*/ 154380 w 308759"/>
                <a:gd name="csY1" fmla="*/ 760021 h 760021"/>
                <a:gd name="csX2" fmla="*/ 308759 w 308759"/>
                <a:gd name="csY2" fmla="*/ 11876 h 760021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6 h 760026"/>
                <a:gd name="csX0" fmla="*/ 0 w 308759"/>
                <a:gd name="csY0" fmla="*/ 9145 h 769169"/>
                <a:gd name="csX1" fmla="*/ 154380 w 308759"/>
                <a:gd name="csY1" fmla="*/ 769166 h 769169"/>
                <a:gd name="csX2" fmla="*/ 308759 w 308759"/>
                <a:gd name="csY2" fmla="*/ 0 h 769169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5 h 760026"/>
                <a:gd name="csX0" fmla="*/ 0 w 308759"/>
                <a:gd name="csY0" fmla="*/ 0 h 749511"/>
                <a:gd name="csX1" fmla="*/ 154380 w 308759"/>
                <a:gd name="csY1" fmla="*/ 749511 h 749511"/>
                <a:gd name="csX2" fmla="*/ 308759 w 308759"/>
                <a:gd name="csY2" fmla="*/ 1365 h 749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8759" h="749511">
                  <a:moveTo>
                    <a:pt x="0" y="0"/>
                  </a:moveTo>
                  <a:cubicBezTo>
                    <a:pt x="51460" y="253340"/>
                    <a:pt x="102920" y="749284"/>
                    <a:pt x="154380" y="749511"/>
                  </a:cubicBezTo>
                  <a:cubicBezTo>
                    <a:pt x="205840" y="749738"/>
                    <a:pt x="257299" y="250747"/>
                    <a:pt x="308759" y="1365"/>
                  </a:cubicBez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1C18DE0-A2D8-67EF-BE64-9549739C002F}"/>
                </a:ext>
              </a:extLst>
            </p:cNvPr>
            <p:cNvGrpSpPr/>
            <p:nvPr/>
          </p:nvGrpSpPr>
          <p:grpSpPr>
            <a:xfrm>
              <a:off x="3315536" y="4063307"/>
              <a:ext cx="308759" cy="1376320"/>
              <a:chOff x="3315536" y="4063307"/>
              <a:chExt cx="308759" cy="1376320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914797A9-FFFB-42D1-3A69-7589DA40ACA1}"/>
                  </a:ext>
                </a:extLst>
              </p:cNvPr>
              <p:cNvSpPr/>
              <p:nvPr/>
            </p:nvSpPr>
            <p:spPr>
              <a:xfrm>
                <a:off x="3315536" y="4063307"/>
                <a:ext cx="308759" cy="137632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F963ACCF-4506-D767-6686-E3926702B731}"/>
                  </a:ext>
                </a:extLst>
              </p:cNvPr>
              <p:cNvSpPr/>
              <p:nvPr/>
            </p:nvSpPr>
            <p:spPr>
              <a:xfrm>
                <a:off x="3428374" y="5326660"/>
                <a:ext cx="80826" cy="10333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3574C95A-5196-9998-0A5F-683F35643340}"/>
                </a:ext>
              </a:extLst>
            </p:cNvPr>
            <p:cNvSpPr/>
            <p:nvPr/>
          </p:nvSpPr>
          <p:spPr>
            <a:xfrm>
              <a:off x="5699578" y="4085098"/>
              <a:ext cx="308759" cy="1376320"/>
            </a:xfrm>
            <a:custGeom>
              <a:avLst/>
              <a:gdLst>
                <a:gd name="csX0" fmla="*/ 0 w 308759"/>
                <a:gd name="csY0" fmla="*/ 0 h 760021"/>
                <a:gd name="csX1" fmla="*/ 154380 w 308759"/>
                <a:gd name="csY1" fmla="*/ 760021 h 760021"/>
                <a:gd name="csX2" fmla="*/ 308759 w 308759"/>
                <a:gd name="csY2" fmla="*/ 11876 h 760021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6 h 760026"/>
                <a:gd name="csX0" fmla="*/ 0 w 308759"/>
                <a:gd name="csY0" fmla="*/ 9145 h 769169"/>
                <a:gd name="csX1" fmla="*/ 154380 w 308759"/>
                <a:gd name="csY1" fmla="*/ 769166 h 769169"/>
                <a:gd name="csX2" fmla="*/ 308759 w 308759"/>
                <a:gd name="csY2" fmla="*/ 0 h 769169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5 h 760026"/>
                <a:gd name="csX0" fmla="*/ 0 w 308759"/>
                <a:gd name="csY0" fmla="*/ 0 h 749511"/>
                <a:gd name="csX1" fmla="*/ 154380 w 308759"/>
                <a:gd name="csY1" fmla="*/ 749511 h 749511"/>
                <a:gd name="csX2" fmla="*/ 308759 w 308759"/>
                <a:gd name="csY2" fmla="*/ 1365 h 749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8759" h="749511">
                  <a:moveTo>
                    <a:pt x="0" y="0"/>
                  </a:moveTo>
                  <a:cubicBezTo>
                    <a:pt x="51460" y="253340"/>
                    <a:pt x="102920" y="749284"/>
                    <a:pt x="154380" y="749511"/>
                  </a:cubicBezTo>
                  <a:cubicBezTo>
                    <a:pt x="205840" y="749738"/>
                    <a:pt x="257299" y="250747"/>
                    <a:pt x="308759" y="1365"/>
                  </a:cubicBez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24D7428-A56A-42AB-2B7B-53836FF7C52C}"/>
                </a:ext>
              </a:extLst>
            </p:cNvPr>
            <p:cNvSpPr/>
            <p:nvPr/>
          </p:nvSpPr>
          <p:spPr>
            <a:xfrm>
              <a:off x="5780666" y="5042221"/>
              <a:ext cx="142082" cy="409560"/>
            </a:xfrm>
            <a:custGeom>
              <a:avLst/>
              <a:gdLst>
                <a:gd name="csX0" fmla="*/ 0 w 308759"/>
                <a:gd name="csY0" fmla="*/ 0 h 760021"/>
                <a:gd name="csX1" fmla="*/ 154380 w 308759"/>
                <a:gd name="csY1" fmla="*/ 760021 h 760021"/>
                <a:gd name="csX2" fmla="*/ 308759 w 308759"/>
                <a:gd name="csY2" fmla="*/ 11876 h 760021"/>
                <a:gd name="csX0" fmla="*/ 0 w 308759"/>
                <a:gd name="csY0" fmla="*/ 0 h 760026"/>
                <a:gd name="csX1" fmla="*/ 154380 w 308759"/>
                <a:gd name="csY1" fmla="*/ 760021 h 760026"/>
                <a:gd name="csX2" fmla="*/ 308759 w 308759"/>
                <a:gd name="csY2" fmla="*/ 11876 h 760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8759" h="760026">
                  <a:moveTo>
                    <a:pt x="0" y="0"/>
                  </a:moveTo>
                  <a:cubicBezTo>
                    <a:pt x="51460" y="253340"/>
                    <a:pt x="102920" y="758042"/>
                    <a:pt x="154380" y="760021"/>
                  </a:cubicBezTo>
                  <a:cubicBezTo>
                    <a:pt x="205840" y="762000"/>
                    <a:pt x="257299" y="261258"/>
                    <a:pt x="308759" y="11876"/>
                  </a:cubicBezTo>
                </a:path>
              </a:pathLst>
            </a:cu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8A8434E-5A16-C5F6-5CB6-3992EF7D2B29}"/>
                </a:ext>
              </a:extLst>
            </p:cNvPr>
            <p:cNvGrpSpPr/>
            <p:nvPr/>
          </p:nvGrpSpPr>
          <p:grpSpPr>
            <a:xfrm>
              <a:off x="8110268" y="4085091"/>
              <a:ext cx="308759" cy="1376320"/>
              <a:chOff x="2061051" y="803632"/>
              <a:chExt cx="308759" cy="749511"/>
            </a:xfrm>
          </p:grpSpPr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62CA4D74-C6A6-14DB-6F4F-C0ACBE2C2304}"/>
                  </a:ext>
                </a:extLst>
              </p:cNvPr>
              <p:cNvSpPr/>
              <p:nvPr/>
            </p:nvSpPr>
            <p:spPr>
              <a:xfrm>
                <a:off x="2061051" y="803632"/>
                <a:ext cx="308759" cy="749511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  <a:gd name="csX0" fmla="*/ 0 w 308759"/>
                  <a:gd name="csY0" fmla="*/ 9145 h 769169"/>
                  <a:gd name="csX1" fmla="*/ 154380 w 308759"/>
                  <a:gd name="csY1" fmla="*/ 769166 h 769169"/>
                  <a:gd name="csX2" fmla="*/ 308759 w 308759"/>
                  <a:gd name="csY2" fmla="*/ 0 h 769169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5 h 760026"/>
                  <a:gd name="csX0" fmla="*/ 0 w 308759"/>
                  <a:gd name="csY0" fmla="*/ 0 h 749511"/>
                  <a:gd name="csX1" fmla="*/ 154380 w 308759"/>
                  <a:gd name="csY1" fmla="*/ 749511 h 749511"/>
                  <a:gd name="csX2" fmla="*/ 308759 w 308759"/>
                  <a:gd name="csY2" fmla="*/ 1365 h 749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49511">
                    <a:moveTo>
                      <a:pt x="0" y="0"/>
                    </a:moveTo>
                    <a:cubicBezTo>
                      <a:pt x="51460" y="253340"/>
                      <a:pt x="102920" y="749284"/>
                      <a:pt x="154380" y="749511"/>
                    </a:cubicBezTo>
                    <a:cubicBezTo>
                      <a:pt x="205840" y="749738"/>
                      <a:pt x="257299" y="250747"/>
                      <a:pt x="308759" y="1365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DA6A51FF-7AEB-7DBD-D901-429200208404}"/>
                  </a:ext>
                </a:extLst>
              </p:cNvPr>
              <p:cNvSpPr/>
              <p:nvPr/>
            </p:nvSpPr>
            <p:spPr>
              <a:xfrm>
                <a:off x="2123089" y="1171905"/>
                <a:ext cx="189187" cy="375990"/>
              </a:xfrm>
              <a:custGeom>
                <a:avLst/>
                <a:gdLst>
                  <a:gd name="csX0" fmla="*/ 0 w 308759"/>
                  <a:gd name="csY0" fmla="*/ 0 h 760021"/>
                  <a:gd name="csX1" fmla="*/ 154380 w 308759"/>
                  <a:gd name="csY1" fmla="*/ 760021 h 760021"/>
                  <a:gd name="csX2" fmla="*/ 308759 w 308759"/>
                  <a:gd name="csY2" fmla="*/ 11876 h 760021"/>
                  <a:gd name="csX0" fmla="*/ 0 w 308759"/>
                  <a:gd name="csY0" fmla="*/ 0 h 760026"/>
                  <a:gd name="csX1" fmla="*/ 154380 w 308759"/>
                  <a:gd name="csY1" fmla="*/ 760021 h 760026"/>
                  <a:gd name="csX2" fmla="*/ 308759 w 308759"/>
                  <a:gd name="csY2" fmla="*/ 11876 h 760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759" h="760026">
                    <a:moveTo>
                      <a:pt x="0" y="0"/>
                    </a:moveTo>
                    <a:cubicBezTo>
                      <a:pt x="51460" y="253340"/>
                      <a:pt x="102920" y="758042"/>
                      <a:pt x="154380" y="760021"/>
                    </a:cubicBezTo>
                    <a:cubicBezTo>
                      <a:pt x="205840" y="762000"/>
                      <a:pt x="257299" y="261258"/>
                      <a:pt x="308759" y="11876"/>
                    </a:cubicBezTo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7ABEA9C-AD8F-5B11-35FE-F718DEA9B129}"/>
                </a:ext>
              </a:extLst>
            </p:cNvPr>
            <p:cNvCxnSpPr>
              <a:cxnSpLocks/>
            </p:cNvCxnSpPr>
            <p:nvPr/>
          </p:nvCxnSpPr>
          <p:spPr>
            <a:xfrm>
              <a:off x="5411776" y="5016779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1F6B086E-1379-33CC-F089-75A2EFA8D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19810" y="5087191"/>
              <a:ext cx="139700" cy="133187"/>
            </a:xfrm>
            <a:prstGeom prst="rect">
              <a:avLst/>
            </a:prstGeom>
          </p:spPr>
        </p:pic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E2D422A-B157-88F3-8A53-E6E738C3E166}"/>
                </a:ext>
              </a:extLst>
            </p:cNvPr>
            <p:cNvCxnSpPr>
              <a:cxnSpLocks/>
            </p:cNvCxnSpPr>
            <p:nvPr/>
          </p:nvCxnSpPr>
          <p:spPr>
            <a:xfrm>
              <a:off x="1144185" y="3923538"/>
              <a:ext cx="233394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3C00EB4-CE24-6E63-29E7-ADB0542C749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52370" y="3754223"/>
              <a:ext cx="2325756" cy="496227"/>
              <a:chOff x="1154722" y="92219"/>
              <a:chExt cx="2325756" cy="921023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42112450-96B4-4229-3DDE-24CB9EAAE9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4722" y="98843"/>
                <a:ext cx="0" cy="9143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9BD9DBD-52D4-9740-5D16-83EC5E3CB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0478" y="92219"/>
                <a:ext cx="0" cy="9143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6C4DCE86-8E40-A948-1166-001B4FE138DB}"/>
                </a:ext>
              </a:extLst>
            </p:cNvPr>
            <p:cNvSpPr/>
            <p:nvPr/>
          </p:nvSpPr>
          <p:spPr>
            <a:xfrm>
              <a:off x="-13590" y="4633045"/>
              <a:ext cx="9170428" cy="2233343"/>
            </a:xfrm>
            <a:custGeom>
              <a:avLst/>
              <a:gdLst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422072 w 9185563"/>
                <a:gd name="csY3" fmla="*/ 152400 h 2244436"/>
                <a:gd name="csX4" fmla="*/ 3588327 w 9185563"/>
                <a:gd name="csY4" fmla="*/ 180109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422072 w 9185563"/>
                <a:gd name="csY3" fmla="*/ 152400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9004 w 9185563"/>
                <a:gd name="csY3" fmla="*/ 127908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91200 w 9185563"/>
                <a:gd name="csY5" fmla="*/ 166254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57454 w 9185563"/>
                <a:gd name="csY6" fmla="*/ 180109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201890 w 9185563"/>
                <a:gd name="csY7" fmla="*/ 152400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4290 w 9185563"/>
                <a:gd name="csY8" fmla="*/ 166254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0208 w 9185563"/>
                <a:gd name="csY8" fmla="*/ 125433 h 2244436"/>
                <a:gd name="csX9" fmla="*/ 9185563 w 9185563"/>
                <a:gd name="csY9" fmla="*/ 83127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85563"/>
                <a:gd name="csY0" fmla="*/ 0 h 2244436"/>
                <a:gd name="csX1" fmla="*/ 1066800 w 9185563"/>
                <a:gd name="csY1" fmla="*/ 193964 h 2244436"/>
                <a:gd name="csX2" fmla="*/ 1233054 w 9185563"/>
                <a:gd name="csY2" fmla="*/ 166254 h 2244436"/>
                <a:gd name="csX3" fmla="*/ 3360840 w 9185563"/>
                <a:gd name="csY3" fmla="*/ 115661 h 2244436"/>
                <a:gd name="csX4" fmla="*/ 3543423 w 9185563"/>
                <a:gd name="csY4" fmla="*/ 114794 h 2244436"/>
                <a:gd name="csX5" fmla="*/ 5758543 w 9185563"/>
                <a:gd name="csY5" fmla="*/ 129515 h 2244436"/>
                <a:gd name="csX6" fmla="*/ 5945207 w 9185563"/>
                <a:gd name="csY6" fmla="*/ 131124 h 2244436"/>
                <a:gd name="csX7" fmla="*/ 8169233 w 9185563"/>
                <a:gd name="csY7" fmla="*/ 127908 h 2244436"/>
                <a:gd name="csX8" fmla="*/ 8350208 w 9185563"/>
                <a:gd name="csY8" fmla="*/ 125433 h 2244436"/>
                <a:gd name="csX9" fmla="*/ 9132495 w 9185563"/>
                <a:gd name="csY9" fmla="*/ 87209 h 2244436"/>
                <a:gd name="csX10" fmla="*/ 9185563 w 9185563"/>
                <a:gd name="csY10" fmla="*/ 2244436 h 2244436"/>
                <a:gd name="csX11" fmla="*/ 0 w 9185563"/>
                <a:gd name="csY11" fmla="*/ 2216727 h 2244436"/>
                <a:gd name="csX12" fmla="*/ 0 w 9185563"/>
                <a:gd name="csY12" fmla="*/ 0 h 2244436"/>
                <a:gd name="csX0" fmla="*/ 0 w 9132495"/>
                <a:gd name="csY0" fmla="*/ 0 h 2216727"/>
                <a:gd name="csX1" fmla="*/ 1066800 w 9132495"/>
                <a:gd name="csY1" fmla="*/ 193964 h 2216727"/>
                <a:gd name="csX2" fmla="*/ 1233054 w 9132495"/>
                <a:gd name="csY2" fmla="*/ 16625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66800 w 9132495"/>
                <a:gd name="csY1" fmla="*/ 193964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38225 w 9132495"/>
                <a:gd name="csY1" fmla="*/ 136814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0 h 2216727"/>
                <a:gd name="csX1" fmla="*/ 1017814 w 9132495"/>
                <a:gd name="csY1" fmla="*/ 124568 h 2216727"/>
                <a:gd name="csX2" fmla="*/ 1216726 w 9132495"/>
                <a:gd name="csY2" fmla="*/ 129514 h 2216727"/>
                <a:gd name="csX3" fmla="*/ 3360840 w 9132495"/>
                <a:gd name="csY3" fmla="*/ 115661 h 2216727"/>
                <a:gd name="csX4" fmla="*/ 3543423 w 9132495"/>
                <a:gd name="csY4" fmla="*/ 114794 h 2216727"/>
                <a:gd name="csX5" fmla="*/ 5758543 w 9132495"/>
                <a:gd name="csY5" fmla="*/ 129515 h 2216727"/>
                <a:gd name="csX6" fmla="*/ 5945207 w 9132495"/>
                <a:gd name="csY6" fmla="*/ 131124 h 2216727"/>
                <a:gd name="csX7" fmla="*/ 8169233 w 9132495"/>
                <a:gd name="csY7" fmla="*/ 127908 h 2216727"/>
                <a:gd name="csX8" fmla="*/ 8350208 w 9132495"/>
                <a:gd name="csY8" fmla="*/ 125433 h 2216727"/>
                <a:gd name="csX9" fmla="*/ 9132495 w 9132495"/>
                <a:gd name="csY9" fmla="*/ 87209 h 2216727"/>
                <a:gd name="csX10" fmla="*/ 9128413 w 9132495"/>
                <a:gd name="csY10" fmla="*/ 2207697 h 2216727"/>
                <a:gd name="csX11" fmla="*/ 0 w 9132495"/>
                <a:gd name="csY11" fmla="*/ 2216727 h 2216727"/>
                <a:gd name="csX12" fmla="*/ 0 w 9132495"/>
                <a:gd name="csY12" fmla="*/ 0 h 2216727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4609 h 2221336"/>
                <a:gd name="csX1" fmla="*/ 1017814 w 9132495"/>
                <a:gd name="csY1" fmla="*/ 129177 h 2221336"/>
                <a:gd name="csX2" fmla="*/ 1216726 w 9132495"/>
                <a:gd name="csY2" fmla="*/ 134123 h 2221336"/>
                <a:gd name="csX3" fmla="*/ 3360840 w 9132495"/>
                <a:gd name="csY3" fmla="*/ 120270 h 2221336"/>
                <a:gd name="csX4" fmla="*/ 3543423 w 9132495"/>
                <a:gd name="csY4" fmla="*/ 119403 h 2221336"/>
                <a:gd name="csX5" fmla="*/ 5758543 w 9132495"/>
                <a:gd name="csY5" fmla="*/ 134124 h 2221336"/>
                <a:gd name="csX6" fmla="*/ 5945207 w 9132495"/>
                <a:gd name="csY6" fmla="*/ 135733 h 2221336"/>
                <a:gd name="csX7" fmla="*/ 8169233 w 9132495"/>
                <a:gd name="csY7" fmla="*/ 132517 h 2221336"/>
                <a:gd name="csX8" fmla="*/ 8350208 w 9132495"/>
                <a:gd name="csY8" fmla="*/ 130042 h 2221336"/>
                <a:gd name="csX9" fmla="*/ 9132495 w 9132495"/>
                <a:gd name="csY9" fmla="*/ 91818 h 2221336"/>
                <a:gd name="csX10" fmla="*/ 9128413 w 9132495"/>
                <a:gd name="csY10" fmla="*/ 2212306 h 2221336"/>
                <a:gd name="csX11" fmla="*/ 0 w 9132495"/>
                <a:gd name="csY11" fmla="*/ 2221336 h 2221336"/>
                <a:gd name="csX12" fmla="*/ 0 w 9132495"/>
                <a:gd name="csY12" fmla="*/ 4609 h 2221336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100121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100121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32495"/>
                <a:gd name="csY0" fmla="*/ 12912 h 2229639"/>
                <a:gd name="csX1" fmla="*/ 1017814 w 9132495"/>
                <a:gd name="csY1" fmla="*/ 137480 h 2229639"/>
                <a:gd name="csX2" fmla="*/ 1216726 w 9132495"/>
                <a:gd name="csY2" fmla="*/ 142426 h 2229639"/>
                <a:gd name="csX3" fmla="*/ 3360840 w 9132495"/>
                <a:gd name="csY3" fmla="*/ 128573 h 2229639"/>
                <a:gd name="csX4" fmla="*/ 3543423 w 9132495"/>
                <a:gd name="csY4" fmla="*/ 127706 h 2229639"/>
                <a:gd name="csX5" fmla="*/ 5758543 w 9132495"/>
                <a:gd name="csY5" fmla="*/ 142427 h 2229639"/>
                <a:gd name="csX6" fmla="*/ 5945207 w 9132495"/>
                <a:gd name="csY6" fmla="*/ 144036 h 2229639"/>
                <a:gd name="csX7" fmla="*/ 8169233 w 9132495"/>
                <a:gd name="csY7" fmla="*/ 140820 h 2229639"/>
                <a:gd name="csX8" fmla="*/ 8350208 w 9132495"/>
                <a:gd name="csY8" fmla="*/ 138345 h 2229639"/>
                <a:gd name="csX9" fmla="*/ 9132495 w 9132495"/>
                <a:gd name="csY9" fmla="*/ 67464 h 2229639"/>
                <a:gd name="csX10" fmla="*/ 9128413 w 9132495"/>
                <a:gd name="csY10" fmla="*/ 2220609 h 2229639"/>
                <a:gd name="csX11" fmla="*/ 0 w 9132495"/>
                <a:gd name="csY11" fmla="*/ 2229639 h 2229639"/>
                <a:gd name="csX12" fmla="*/ 0 w 9132495"/>
                <a:gd name="csY12" fmla="*/ 12912 h 2229639"/>
                <a:gd name="csX0" fmla="*/ 0 w 9174537"/>
                <a:gd name="csY0" fmla="*/ 1284225 h 2229639"/>
                <a:gd name="csX1" fmla="*/ 1059856 w 9174537"/>
                <a:gd name="csY1" fmla="*/ 137480 h 2229639"/>
                <a:gd name="csX2" fmla="*/ 1258768 w 9174537"/>
                <a:gd name="csY2" fmla="*/ 142426 h 2229639"/>
                <a:gd name="csX3" fmla="*/ 3402882 w 9174537"/>
                <a:gd name="csY3" fmla="*/ 128573 h 2229639"/>
                <a:gd name="csX4" fmla="*/ 3585465 w 9174537"/>
                <a:gd name="csY4" fmla="*/ 127706 h 2229639"/>
                <a:gd name="csX5" fmla="*/ 5800585 w 9174537"/>
                <a:gd name="csY5" fmla="*/ 142427 h 2229639"/>
                <a:gd name="csX6" fmla="*/ 5987249 w 9174537"/>
                <a:gd name="csY6" fmla="*/ 144036 h 2229639"/>
                <a:gd name="csX7" fmla="*/ 8211275 w 9174537"/>
                <a:gd name="csY7" fmla="*/ 140820 h 2229639"/>
                <a:gd name="csX8" fmla="*/ 8392250 w 9174537"/>
                <a:gd name="csY8" fmla="*/ 138345 h 2229639"/>
                <a:gd name="csX9" fmla="*/ 9174537 w 9174537"/>
                <a:gd name="csY9" fmla="*/ 67464 h 2229639"/>
                <a:gd name="csX10" fmla="*/ 9170455 w 9174537"/>
                <a:gd name="csY10" fmla="*/ 2220609 h 2229639"/>
                <a:gd name="csX11" fmla="*/ 42042 w 9174537"/>
                <a:gd name="csY11" fmla="*/ 2229639 h 2229639"/>
                <a:gd name="csX12" fmla="*/ 0 w 9174537"/>
                <a:gd name="csY12" fmla="*/ 1284225 h 2229639"/>
                <a:gd name="csX0" fmla="*/ 0 w 9174537"/>
                <a:gd name="csY0" fmla="*/ 1284225 h 2229639"/>
                <a:gd name="csX1" fmla="*/ 1258768 w 9174537"/>
                <a:gd name="csY1" fmla="*/ 142426 h 2229639"/>
                <a:gd name="csX2" fmla="*/ 3402882 w 9174537"/>
                <a:gd name="csY2" fmla="*/ 128573 h 2229639"/>
                <a:gd name="csX3" fmla="*/ 3585465 w 9174537"/>
                <a:gd name="csY3" fmla="*/ 127706 h 2229639"/>
                <a:gd name="csX4" fmla="*/ 5800585 w 9174537"/>
                <a:gd name="csY4" fmla="*/ 142427 h 2229639"/>
                <a:gd name="csX5" fmla="*/ 5987249 w 9174537"/>
                <a:gd name="csY5" fmla="*/ 144036 h 2229639"/>
                <a:gd name="csX6" fmla="*/ 8211275 w 9174537"/>
                <a:gd name="csY6" fmla="*/ 140820 h 2229639"/>
                <a:gd name="csX7" fmla="*/ 8392250 w 9174537"/>
                <a:gd name="csY7" fmla="*/ 138345 h 2229639"/>
                <a:gd name="csX8" fmla="*/ 9174537 w 9174537"/>
                <a:gd name="csY8" fmla="*/ 67464 h 2229639"/>
                <a:gd name="csX9" fmla="*/ 9170455 w 9174537"/>
                <a:gd name="csY9" fmla="*/ 2220609 h 2229639"/>
                <a:gd name="csX10" fmla="*/ 42042 w 9174537"/>
                <a:gd name="csY10" fmla="*/ 2229639 h 2229639"/>
                <a:gd name="csX11" fmla="*/ 0 w 9174537"/>
                <a:gd name="csY11" fmla="*/ 1284225 h 2229639"/>
                <a:gd name="csX0" fmla="*/ 0 w 9174537"/>
                <a:gd name="csY0" fmla="*/ 1284225 h 2229639"/>
                <a:gd name="csX1" fmla="*/ 3402882 w 9174537"/>
                <a:gd name="csY1" fmla="*/ 128573 h 2229639"/>
                <a:gd name="csX2" fmla="*/ 3585465 w 9174537"/>
                <a:gd name="csY2" fmla="*/ 127706 h 2229639"/>
                <a:gd name="csX3" fmla="*/ 5800585 w 9174537"/>
                <a:gd name="csY3" fmla="*/ 142427 h 2229639"/>
                <a:gd name="csX4" fmla="*/ 5987249 w 9174537"/>
                <a:gd name="csY4" fmla="*/ 144036 h 2229639"/>
                <a:gd name="csX5" fmla="*/ 8211275 w 9174537"/>
                <a:gd name="csY5" fmla="*/ 140820 h 2229639"/>
                <a:gd name="csX6" fmla="*/ 8392250 w 9174537"/>
                <a:gd name="csY6" fmla="*/ 138345 h 2229639"/>
                <a:gd name="csX7" fmla="*/ 9174537 w 9174537"/>
                <a:gd name="csY7" fmla="*/ 67464 h 2229639"/>
                <a:gd name="csX8" fmla="*/ 9170455 w 9174537"/>
                <a:gd name="csY8" fmla="*/ 2220609 h 2229639"/>
                <a:gd name="csX9" fmla="*/ 42042 w 9174537"/>
                <a:gd name="csY9" fmla="*/ 2229639 h 2229639"/>
                <a:gd name="csX10" fmla="*/ 0 w 9174537"/>
                <a:gd name="csY10" fmla="*/ 1284225 h 2229639"/>
                <a:gd name="csX0" fmla="*/ 0 w 9174537"/>
                <a:gd name="csY0" fmla="*/ 1284225 h 2229639"/>
                <a:gd name="csX1" fmla="*/ 3392372 w 9174537"/>
                <a:gd name="csY1" fmla="*/ 669132 h 2229639"/>
                <a:gd name="csX2" fmla="*/ 3585465 w 9174537"/>
                <a:gd name="csY2" fmla="*/ 127706 h 2229639"/>
                <a:gd name="csX3" fmla="*/ 5800585 w 9174537"/>
                <a:gd name="csY3" fmla="*/ 142427 h 2229639"/>
                <a:gd name="csX4" fmla="*/ 5987249 w 9174537"/>
                <a:gd name="csY4" fmla="*/ 144036 h 2229639"/>
                <a:gd name="csX5" fmla="*/ 8211275 w 9174537"/>
                <a:gd name="csY5" fmla="*/ 140820 h 2229639"/>
                <a:gd name="csX6" fmla="*/ 8392250 w 9174537"/>
                <a:gd name="csY6" fmla="*/ 138345 h 2229639"/>
                <a:gd name="csX7" fmla="*/ 9174537 w 9174537"/>
                <a:gd name="csY7" fmla="*/ 67464 h 2229639"/>
                <a:gd name="csX8" fmla="*/ 9170455 w 9174537"/>
                <a:gd name="csY8" fmla="*/ 2220609 h 2229639"/>
                <a:gd name="csX9" fmla="*/ 42042 w 9174537"/>
                <a:gd name="csY9" fmla="*/ 2229639 h 2229639"/>
                <a:gd name="csX10" fmla="*/ 0 w 9174537"/>
                <a:gd name="csY10" fmla="*/ 1284225 h 2229639"/>
                <a:gd name="csX0" fmla="*/ 0 w 9174537"/>
                <a:gd name="csY0" fmla="*/ 1284225 h 2229639"/>
                <a:gd name="csX1" fmla="*/ 3392372 w 9174537"/>
                <a:gd name="csY1" fmla="*/ 669132 h 2229639"/>
                <a:gd name="csX2" fmla="*/ 3574955 w 9174537"/>
                <a:gd name="csY2" fmla="*/ 648244 h 2229639"/>
                <a:gd name="csX3" fmla="*/ 5800585 w 9174537"/>
                <a:gd name="csY3" fmla="*/ 142427 h 2229639"/>
                <a:gd name="csX4" fmla="*/ 5987249 w 9174537"/>
                <a:gd name="csY4" fmla="*/ 144036 h 2229639"/>
                <a:gd name="csX5" fmla="*/ 8211275 w 9174537"/>
                <a:gd name="csY5" fmla="*/ 140820 h 2229639"/>
                <a:gd name="csX6" fmla="*/ 8392250 w 9174537"/>
                <a:gd name="csY6" fmla="*/ 138345 h 2229639"/>
                <a:gd name="csX7" fmla="*/ 9174537 w 9174537"/>
                <a:gd name="csY7" fmla="*/ 67464 h 2229639"/>
                <a:gd name="csX8" fmla="*/ 9170455 w 9174537"/>
                <a:gd name="csY8" fmla="*/ 2220609 h 2229639"/>
                <a:gd name="csX9" fmla="*/ 42042 w 9174537"/>
                <a:gd name="csY9" fmla="*/ 2229639 h 2229639"/>
                <a:gd name="csX10" fmla="*/ 0 w 9174537"/>
                <a:gd name="csY10" fmla="*/ 1284225 h 2229639"/>
                <a:gd name="csX0" fmla="*/ 0 w 9174537"/>
                <a:gd name="csY0" fmla="*/ 1284225 h 2229639"/>
                <a:gd name="csX1" fmla="*/ 3392372 w 9174537"/>
                <a:gd name="csY1" fmla="*/ 669132 h 2229639"/>
                <a:gd name="csX2" fmla="*/ 3574955 w 9174537"/>
                <a:gd name="csY2" fmla="*/ 648244 h 2229639"/>
                <a:gd name="csX3" fmla="*/ 5769054 w 9174537"/>
                <a:gd name="csY3" fmla="*/ 422717 h 2229639"/>
                <a:gd name="csX4" fmla="*/ 5987249 w 9174537"/>
                <a:gd name="csY4" fmla="*/ 144036 h 2229639"/>
                <a:gd name="csX5" fmla="*/ 8211275 w 9174537"/>
                <a:gd name="csY5" fmla="*/ 140820 h 2229639"/>
                <a:gd name="csX6" fmla="*/ 8392250 w 9174537"/>
                <a:gd name="csY6" fmla="*/ 138345 h 2229639"/>
                <a:gd name="csX7" fmla="*/ 9174537 w 9174537"/>
                <a:gd name="csY7" fmla="*/ 67464 h 2229639"/>
                <a:gd name="csX8" fmla="*/ 9170455 w 9174537"/>
                <a:gd name="csY8" fmla="*/ 2220609 h 2229639"/>
                <a:gd name="csX9" fmla="*/ 42042 w 9174537"/>
                <a:gd name="csY9" fmla="*/ 2229639 h 2229639"/>
                <a:gd name="csX10" fmla="*/ 0 w 9174537"/>
                <a:gd name="csY10" fmla="*/ 1284225 h 2229639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69054 w 9174537"/>
                <a:gd name="csY3" fmla="*/ 355253 h 2162175"/>
                <a:gd name="csX4" fmla="*/ 5976739 w 9174537"/>
                <a:gd name="csY4" fmla="*/ 296798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69054 w 9174537"/>
                <a:gd name="csY3" fmla="*/ 355253 h 2162175"/>
                <a:gd name="csX4" fmla="*/ 5966229 w 9174537"/>
                <a:gd name="csY4" fmla="*/ 336840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69054 w 9174537"/>
                <a:gd name="csY3" fmla="*/ 35525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74955 w 9174537"/>
                <a:gd name="csY2" fmla="*/ 58078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392372 w 9174537"/>
                <a:gd name="csY1" fmla="*/ 601668 h 2162175"/>
                <a:gd name="csX2" fmla="*/ 3530888 w 9174537"/>
                <a:gd name="csY2" fmla="*/ 69620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441948 w 9174537"/>
                <a:gd name="csY1" fmla="*/ 701350 h 2162175"/>
                <a:gd name="csX2" fmla="*/ 3530888 w 9174537"/>
                <a:gd name="csY2" fmla="*/ 69620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74537"/>
                <a:gd name="csY0" fmla="*/ 1216761 h 2162175"/>
                <a:gd name="csX1" fmla="*/ 3441948 w 9174537"/>
                <a:gd name="csY1" fmla="*/ 701350 h 2162175"/>
                <a:gd name="csX2" fmla="*/ 3530888 w 9174537"/>
                <a:gd name="csY2" fmla="*/ 696200 h 2162175"/>
                <a:gd name="csX3" fmla="*/ 5785580 w 9174537"/>
                <a:gd name="csY3" fmla="*/ 428703 h 2162175"/>
                <a:gd name="csX4" fmla="*/ 5960720 w 9174537"/>
                <a:gd name="csY4" fmla="*/ 431274 h 2162175"/>
                <a:gd name="csX5" fmla="*/ 8211275 w 9174537"/>
                <a:gd name="csY5" fmla="*/ 73356 h 2162175"/>
                <a:gd name="csX6" fmla="*/ 8392250 w 9174537"/>
                <a:gd name="csY6" fmla="*/ 70881 h 2162175"/>
                <a:gd name="csX7" fmla="*/ 9174537 w 9174537"/>
                <a:gd name="csY7" fmla="*/ 0 h 2162175"/>
                <a:gd name="csX8" fmla="*/ 9170455 w 9174537"/>
                <a:gd name="csY8" fmla="*/ 2153145 h 2162175"/>
                <a:gd name="csX9" fmla="*/ 42042 w 9174537"/>
                <a:gd name="csY9" fmla="*/ 2162175 h 2162175"/>
                <a:gd name="csX10" fmla="*/ 0 w 9174537"/>
                <a:gd name="csY10" fmla="*/ 1216761 h 2162175"/>
                <a:gd name="csX0" fmla="*/ 0 w 9146995"/>
                <a:gd name="csY0" fmla="*/ 1206268 h 2162175"/>
                <a:gd name="csX1" fmla="*/ 3414406 w 9146995"/>
                <a:gd name="csY1" fmla="*/ 701350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83733 w 9146995"/>
                <a:gd name="csY5" fmla="*/ 73356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14406 w 9146995"/>
                <a:gd name="csY1" fmla="*/ 701350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83733 w 9146995"/>
                <a:gd name="csY5" fmla="*/ 73356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83733 w 9146995"/>
                <a:gd name="csY5" fmla="*/ 73356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83733 w 9146995"/>
                <a:gd name="csY5" fmla="*/ 73356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48564 w 9146995"/>
                <a:gd name="csY5" fmla="*/ 173845 h 2162175"/>
                <a:gd name="csX6" fmla="*/ 8364708 w 9146995"/>
                <a:gd name="csY6" fmla="*/ 70881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48564 w 9146995"/>
                <a:gd name="csY5" fmla="*/ 173845 h 2162175"/>
                <a:gd name="csX6" fmla="*/ 8359684 w 9146995"/>
                <a:gd name="csY6" fmla="*/ 176154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6995"/>
                <a:gd name="csY0" fmla="*/ 1206268 h 2162175"/>
                <a:gd name="csX1" fmla="*/ 3425423 w 9146995"/>
                <a:gd name="csY1" fmla="*/ 711843 h 2162175"/>
                <a:gd name="csX2" fmla="*/ 3503346 w 9146995"/>
                <a:gd name="csY2" fmla="*/ 696200 h 2162175"/>
                <a:gd name="csX3" fmla="*/ 5758038 w 9146995"/>
                <a:gd name="csY3" fmla="*/ 428703 h 2162175"/>
                <a:gd name="csX4" fmla="*/ 5933178 w 9146995"/>
                <a:gd name="csY4" fmla="*/ 431274 h 2162175"/>
                <a:gd name="csX5" fmla="*/ 8148564 w 9146995"/>
                <a:gd name="csY5" fmla="*/ 173845 h 2162175"/>
                <a:gd name="csX6" fmla="*/ 8359684 w 9146995"/>
                <a:gd name="csY6" fmla="*/ 176154 h 2162175"/>
                <a:gd name="csX7" fmla="*/ 9146995 w 9146995"/>
                <a:gd name="csY7" fmla="*/ 0 h 2162175"/>
                <a:gd name="csX8" fmla="*/ 9142913 w 9146995"/>
                <a:gd name="csY8" fmla="*/ 2153145 h 2162175"/>
                <a:gd name="csX9" fmla="*/ 14500 w 9146995"/>
                <a:gd name="csY9" fmla="*/ 2162175 h 2162175"/>
                <a:gd name="csX10" fmla="*/ 0 w 9146995"/>
                <a:gd name="csY10" fmla="*/ 1206268 h 2162175"/>
                <a:gd name="csX0" fmla="*/ 0 w 9142983"/>
                <a:gd name="csY0" fmla="*/ 1110564 h 2066471"/>
                <a:gd name="csX1" fmla="*/ 3425423 w 9142983"/>
                <a:gd name="csY1" fmla="*/ 616139 h 2066471"/>
                <a:gd name="csX2" fmla="*/ 3503346 w 9142983"/>
                <a:gd name="csY2" fmla="*/ 600496 h 2066471"/>
                <a:gd name="csX3" fmla="*/ 5758038 w 9142983"/>
                <a:gd name="csY3" fmla="*/ 332999 h 2066471"/>
                <a:gd name="csX4" fmla="*/ 5933178 w 9142983"/>
                <a:gd name="csY4" fmla="*/ 335570 h 2066471"/>
                <a:gd name="csX5" fmla="*/ 8148564 w 9142983"/>
                <a:gd name="csY5" fmla="*/ 78141 h 2066471"/>
                <a:gd name="csX6" fmla="*/ 8359684 w 9142983"/>
                <a:gd name="csY6" fmla="*/ 80450 h 2066471"/>
                <a:gd name="csX7" fmla="*/ 9126899 w 9142983"/>
                <a:gd name="csY7" fmla="*/ 0 h 2066471"/>
                <a:gd name="csX8" fmla="*/ 9142913 w 9142983"/>
                <a:gd name="csY8" fmla="*/ 2057441 h 2066471"/>
                <a:gd name="csX9" fmla="*/ 14500 w 9142983"/>
                <a:gd name="csY9" fmla="*/ 2066471 h 2066471"/>
                <a:gd name="csX10" fmla="*/ 0 w 9142983"/>
                <a:gd name="csY10" fmla="*/ 1110564 h 2066471"/>
                <a:gd name="csX0" fmla="*/ 0 w 9142983"/>
                <a:gd name="csY0" fmla="*/ 1163201 h 2119108"/>
                <a:gd name="csX1" fmla="*/ 3425423 w 9142983"/>
                <a:gd name="csY1" fmla="*/ 668776 h 2119108"/>
                <a:gd name="csX2" fmla="*/ 3503346 w 9142983"/>
                <a:gd name="csY2" fmla="*/ 653133 h 2119108"/>
                <a:gd name="csX3" fmla="*/ 5758038 w 9142983"/>
                <a:gd name="csY3" fmla="*/ 385636 h 2119108"/>
                <a:gd name="csX4" fmla="*/ 5933178 w 9142983"/>
                <a:gd name="csY4" fmla="*/ 388207 h 2119108"/>
                <a:gd name="csX5" fmla="*/ 8148564 w 9142983"/>
                <a:gd name="csY5" fmla="*/ 130778 h 2119108"/>
                <a:gd name="csX6" fmla="*/ 8359684 w 9142983"/>
                <a:gd name="csY6" fmla="*/ 133087 h 2119108"/>
                <a:gd name="csX7" fmla="*/ 9126899 w 9142983"/>
                <a:gd name="csY7" fmla="*/ 0 h 2119108"/>
                <a:gd name="csX8" fmla="*/ 9142913 w 9142983"/>
                <a:gd name="csY8" fmla="*/ 2110078 h 2119108"/>
                <a:gd name="csX9" fmla="*/ 14500 w 9142983"/>
                <a:gd name="csY9" fmla="*/ 2119108 h 2119108"/>
                <a:gd name="csX10" fmla="*/ 0 w 9142983"/>
                <a:gd name="csY10" fmla="*/ 1163201 h 2119108"/>
                <a:gd name="csX0" fmla="*/ 0 w 9142983"/>
                <a:gd name="csY0" fmla="*/ 1163201 h 2119108"/>
                <a:gd name="csX1" fmla="*/ 3425423 w 9142983"/>
                <a:gd name="csY1" fmla="*/ 668776 h 2119108"/>
                <a:gd name="csX2" fmla="*/ 3503346 w 9142983"/>
                <a:gd name="csY2" fmla="*/ 653133 h 2119108"/>
                <a:gd name="csX3" fmla="*/ 5758038 w 9142983"/>
                <a:gd name="csY3" fmla="*/ 385636 h 2119108"/>
                <a:gd name="csX4" fmla="*/ 5933178 w 9142983"/>
                <a:gd name="csY4" fmla="*/ 388207 h 2119108"/>
                <a:gd name="csX5" fmla="*/ 8148564 w 9142983"/>
                <a:gd name="csY5" fmla="*/ 130778 h 2119108"/>
                <a:gd name="csX6" fmla="*/ 8359684 w 9142983"/>
                <a:gd name="csY6" fmla="*/ 133087 h 2119108"/>
                <a:gd name="csX7" fmla="*/ 9126899 w 9142983"/>
                <a:gd name="csY7" fmla="*/ 0 h 2119108"/>
                <a:gd name="csX8" fmla="*/ 9142913 w 9142983"/>
                <a:gd name="csY8" fmla="*/ 2110078 h 2119108"/>
                <a:gd name="csX9" fmla="*/ 14500 w 9142983"/>
                <a:gd name="csY9" fmla="*/ 2119108 h 2119108"/>
                <a:gd name="csX10" fmla="*/ 0 w 9142983"/>
                <a:gd name="csY10" fmla="*/ 1163201 h 2119108"/>
                <a:gd name="csX0" fmla="*/ 0 w 9142983"/>
                <a:gd name="csY0" fmla="*/ 1163201 h 2119108"/>
                <a:gd name="csX1" fmla="*/ 3425423 w 9142983"/>
                <a:gd name="csY1" fmla="*/ 668776 h 2119108"/>
                <a:gd name="csX2" fmla="*/ 3503346 w 9142983"/>
                <a:gd name="csY2" fmla="*/ 653133 h 2119108"/>
                <a:gd name="csX3" fmla="*/ 5758038 w 9142983"/>
                <a:gd name="csY3" fmla="*/ 385636 h 2119108"/>
                <a:gd name="csX4" fmla="*/ 5933178 w 9142983"/>
                <a:gd name="csY4" fmla="*/ 388207 h 2119108"/>
                <a:gd name="csX5" fmla="*/ 8148564 w 9142983"/>
                <a:gd name="csY5" fmla="*/ 130778 h 2119108"/>
                <a:gd name="csX6" fmla="*/ 8359684 w 9142983"/>
                <a:gd name="csY6" fmla="*/ 133087 h 2119108"/>
                <a:gd name="csX7" fmla="*/ 9126899 w 9142983"/>
                <a:gd name="csY7" fmla="*/ 0 h 2119108"/>
                <a:gd name="csX8" fmla="*/ 9142913 w 9142983"/>
                <a:gd name="csY8" fmla="*/ 2110078 h 2119108"/>
                <a:gd name="csX9" fmla="*/ 14500 w 9142983"/>
                <a:gd name="csY9" fmla="*/ 2119108 h 2119108"/>
                <a:gd name="csX10" fmla="*/ 0 w 9142983"/>
                <a:gd name="csY10" fmla="*/ 1163201 h 2119108"/>
                <a:gd name="csX0" fmla="*/ 27445 w 9170428"/>
                <a:gd name="csY0" fmla="*/ 1163201 h 2127097"/>
                <a:gd name="csX1" fmla="*/ 3452868 w 9170428"/>
                <a:gd name="csY1" fmla="*/ 668776 h 2127097"/>
                <a:gd name="csX2" fmla="*/ 3530791 w 9170428"/>
                <a:gd name="csY2" fmla="*/ 653133 h 2127097"/>
                <a:gd name="csX3" fmla="*/ 5785483 w 9170428"/>
                <a:gd name="csY3" fmla="*/ 385636 h 2127097"/>
                <a:gd name="csX4" fmla="*/ 5960623 w 9170428"/>
                <a:gd name="csY4" fmla="*/ 388207 h 2127097"/>
                <a:gd name="csX5" fmla="*/ 8176009 w 9170428"/>
                <a:gd name="csY5" fmla="*/ 130778 h 2127097"/>
                <a:gd name="csX6" fmla="*/ 8387129 w 9170428"/>
                <a:gd name="csY6" fmla="*/ 133087 h 2127097"/>
                <a:gd name="csX7" fmla="*/ 9154344 w 9170428"/>
                <a:gd name="csY7" fmla="*/ 0 h 2127097"/>
                <a:gd name="csX8" fmla="*/ 9170358 w 9170428"/>
                <a:gd name="csY8" fmla="*/ 2110078 h 2127097"/>
                <a:gd name="csX9" fmla="*/ 0 w 9170428"/>
                <a:gd name="csY9" fmla="*/ 2127097 h 2127097"/>
                <a:gd name="csX10" fmla="*/ 27445 w 9170428"/>
                <a:gd name="csY10" fmla="*/ 1163201 h 2127097"/>
                <a:gd name="csX0" fmla="*/ 19056 w 9170428"/>
                <a:gd name="csY0" fmla="*/ 1171191 h 2127097"/>
                <a:gd name="csX1" fmla="*/ 3452868 w 9170428"/>
                <a:gd name="csY1" fmla="*/ 668776 h 2127097"/>
                <a:gd name="csX2" fmla="*/ 3530791 w 9170428"/>
                <a:gd name="csY2" fmla="*/ 653133 h 2127097"/>
                <a:gd name="csX3" fmla="*/ 5785483 w 9170428"/>
                <a:gd name="csY3" fmla="*/ 385636 h 2127097"/>
                <a:gd name="csX4" fmla="*/ 5960623 w 9170428"/>
                <a:gd name="csY4" fmla="*/ 388207 h 2127097"/>
                <a:gd name="csX5" fmla="*/ 8176009 w 9170428"/>
                <a:gd name="csY5" fmla="*/ 130778 h 2127097"/>
                <a:gd name="csX6" fmla="*/ 8387129 w 9170428"/>
                <a:gd name="csY6" fmla="*/ 133087 h 2127097"/>
                <a:gd name="csX7" fmla="*/ 9154344 w 9170428"/>
                <a:gd name="csY7" fmla="*/ 0 h 2127097"/>
                <a:gd name="csX8" fmla="*/ 9170358 w 9170428"/>
                <a:gd name="csY8" fmla="*/ 2110078 h 2127097"/>
                <a:gd name="csX9" fmla="*/ 0 w 9170428"/>
                <a:gd name="csY9" fmla="*/ 2127097 h 2127097"/>
                <a:gd name="csX10" fmla="*/ 19056 w 9170428"/>
                <a:gd name="csY10" fmla="*/ 1171191 h 2127097"/>
                <a:gd name="csX0" fmla="*/ 19056 w 9178796"/>
                <a:gd name="csY0" fmla="*/ 1171191 h 2127097"/>
                <a:gd name="csX1" fmla="*/ 3452868 w 9178796"/>
                <a:gd name="csY1" fmla="*/ 668776 h 2127097"/>
                <a:gd name="csX2" fmla="*/ 3530791 w 9178796"/>
                <a:gd name="csY2" fmla="*/ 653133 h 2127097"/>
                <a:gd name="csX3" fmla="*/ 5785483 w 9178796"/>
                <a:gd name="csY3" fmla="*/ 385636 h 2127097"/>
                <a:gd name="csX4" fmla="*/ 5960623 w 9178796"/>
                <a:gd name="csY4" fmla="*/ 388207 h 2127097"/>
                <a:gd name="csX5" fmla="*/ 8176009 w 9178796"/>
                <a:gd name="csY5" fmla="*/ 130778 h 2127097"/>
                <a:gd name="csX6" fmla="*/ 8387129 w 9178796"/>
                <a:gd name="csY6" fmla="*/ 133087 h 2127097"/>
                <a:gd name="csX7" fmla="*/ 9154344 w 9178796"/>
                <a:gd name="csY7" fmla="*/ 0 h 2127097"/>
                <a:gd name="csX8" fmla="*/ 9178747 w 9178796"/>
                <a:gd name="csY8" fmla="*/ 2110078 h 2127097"/>
                <a:gd name="csX9" fmla="*/ 0 w 9178796"/>
                <a:gd name="csY9" fmla="*/ 2127097 h 2127097"/>
                <a:gd name="csX10" fmla="*/ 19056 w 9178796"/>
                <a:gd name="csY10" fmla="*/ 1171191 h 2127097"/>
                <a:gd name="csX0" fmla="*/ 19056 w 9170428"/>
                <a:gd name="csY0" fmla="*/ 1171191 h 2127097"/>
                <a:gd name="csX1" fmla="*/ 3452868 w 9170428"/>
                <a:gd name="csY1" fmla="*/ 668776 h 2127097"/>
                <a:gd name="csX2" fmla="*/ 3530791 w 9170428"/>
                <a:gd name="csY2" fmla="*/ 653133 h 2127097"/>
                <a:gd name="csX3" fmla="*/ 5785483 w 9170428"/>
                <a:gd name="csY3" fmla="*/ 385636 h 2127097"/>
                <a:gd name="csX4" fmla="*/ 5960623 w 9170428"/>
                <a:gd name="csY4" fmla="*/ 388207 h 2127097"/>
                <a:gd name="csX5" fmla="*/ 8176009 w 9170428"/>
                <a:gd name="csY5" fmla="*/ 130778 h 2127097"/>
                <a:gd name="csX6" fmla="*/ 8387129 w 9170428"/>
                <a:gd name="csY6" fmla="*/ 133087 h 2127097"/>
                <a:gd name="csX7" fmla="*/ 9154344 w 9170428"/>
                <a:gd name="csY7" fmla="*/ 0 h 2127097"/>
                <a:gd name="csX8" fmla="*/ 9170358 w 9170428"/>
                <a:gd name="csY8" fmla="*/ 2118068 h 2127097"/>
                <a:gd name="csX9" fmla="*/ 0 w 9170428"/>
                <a:gd name="csY9" fmla="*/ 2127097 h 2127097"/>
                <a:gd name="csX10" fmla="*/ 19056 w 9170428"/>
                <a:gd name="csY10" fmla="*/ 1171191 h 2127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170428" h="2127097">
                  <a:moveTo>
                    <a:pt x="19056" y="1171191"/>
                  </a:moveTo>
                  <a:cubicBezTo>
                    <a:pt x="656314" y="988898"/>
                    <a:pt x="2717580" y="630689"/>
                    <a:pt x="3452868" y="668776"/>
                  </a:cubicBezTo>
                  <a:lnTo>
                    <a:pt x="3530791" y="653133"/>
                  </a:lnTo>
                  <a:cubicBezTo>
                    <a:pt x="4281411" y="482508"/>
                    <a:pt x="4987944" y="339288"/>
                    <a:pt x="5785483" y="385636"/>
                  </a:cubicBezTo>
                  <a:lnTo>
                    <a:pt x="5960623" y="388207"/>
                  </a:lnTo>
                  <a:cubicBezTo>
                    <a:pt x="6665225" y="187110"/>
                    <a:pt x="7410488" y="19228"/>
                    <a:pt x="8176009" y="130778"/>
                  </a:cubicBezTo>
                  <a:lnTo>
                    <a:pt x="8387129" y="133087"/>
                  </a:lnTo>
                  <a:cubicBezTo>
                    <a:pt x="8787940" y="27023"/>
                    <a:pt x="8833292" y="12741"/>
                    <a:pt x="9154344" y="0"/>
                  </a:cubicBezTo>
                  <a:cubicBezTo>
                    <a:pt x="9152983" y="706829"/>
                    <a:pt x="9171719" y="1411239"/>
                    <a:pt x="9170358" y="2118068"/>
                  </a:cubicBezTo>
                  <a:lnTo>
                    <a:pt x="0" y="2127097"/>
                  </a:lnTo>
                  <a:cubicBezTo>
                    <a:pt x="0" y="1388188"/>
                    <a:pt x="19056" y="1910100"/>
                    <a:pt x="19056" y="1171191"/>
                  </a:cubicBezTo>
                  <a:close/>
                </a:path>
              </a:pathLst>
            </a:custGeom>
            <a:solidFill>
              <a:schemeClr val="accent1">
                <a:alpha val="3072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57190CF-57A7-8533-CBC3-C56CEA3EA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9758" y="3754223"/>
              <a:ext cx="165100" cy="143432"/>
            </a:xfrm>
            <a:prstGeom prst="rect">
              <a:avLst/>
            </a:prstGeom>
          </p:spPr>
        </p:pic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B3D35EB-BE5A-D408-708C-BD563466A24C}"/>
                </a:ext>
              </a:extLst>
            </p:cNvPr>
            <p:cNvSpPr/>
            <p:nvPr/>
          </p:nvSpPr>
          <p:spPr>
            <a:xfrm>
              <a:off x="5894865" y="3946208"/>
              <a:ext cx="887896" cy="449006"/>
            </a:xfrm>
            <a:custGeom>
              <a:avLst/>
              <a:gdLst>
                <a:gd name="csX0" fmla="*/ 0 w 887896"/>
                <a:gd name="csY0" fmla="*/ 556592 h 556592"/>
                <a:gd name="csX1" fmla="*/ 0 w 887896"/>
                <a:gd name="csY1" fmla="*/ 0 h 556592"/>
                <a:gd name="csX2" fmla="*/ 887896 w 887896"/>
                <a:gd name="csY2" fmla="*/ 13253 h 5565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87896" h="556592">
                  <a:moveTo>
                    <a:pt x="0" y="556592"/>
                  </a:moveTo>
                  <a:lnTo>
                    <a:pt x="0" y="0"/>
                  </a:lnTo>
                  <a:lnTo>
                    <a:pt x="887896" y="13253"/>
                  </a:lnTo>
                </a:path>
              </a:pathLst>
            </a:custGeom>
            <a:noFill/>
            <a:ln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A713AD4-B7E5-14E0-2BD1-A65A54F4C549}"/>
                </a:ext>
              </a:extLst>
            </p:cNvPr>
            <p:cNvGrpSpPr>
              <a:grpSpLocks/>
            </p:cNvGrpSpPr>
            <p:nvPr/>
          </p:nvGrpSpPr>
          <p:grpSpPr>
            <a:xfrm>
              <a:off x="3761267" y="3616371"/>
              <a:ext cx="1570385" cy="250341"/>
              <a:chOff x="3763619" y="41415"/>
              <a:chExt cx="1570385" cy="310325"/>
            </a:xfrm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A6C70FF6-F608-57B4-4916-B7DCF4C45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64050" y="106572"/>
                <a:ext cx="215900" cy="177800"/>
              </a:xfrm>
              <a:prstGeom prst="rect">
                <a:avLst/>
              </a:prstGeom>
            </p:spPr>
          </p:pic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AA79B7F0-F8A9-B963-C314-9EE37DE0B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36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48E0EAF7-9A3A-1606-0E79-9791B6DCB3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60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B48ADA8E-B1EC-BC82-0640-77057E13D6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84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3FEEE73F-BA51-0EBC-2C00-F7381364FA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8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1FD2B24C-4977-E3E0-BF82-ADF044EA9A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19" y="41415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DD04769-F175-FA49-FB3E-B495560A76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684BDF24-CA1B-B3B4-03C3-AD39A59D96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68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08C4D83A-BB8B-9E3E-977B-6990BF43BA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EBB38A86-C86C-AA38-E56F-F08B279CB9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6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263090BE-AB1B-9D3A-54BC-AF2ACDDED2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3" y="48043"/>
                <a:ext cx="1" cy="3036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D0D71DFD-AE71-AF93-7387-C3EC1EC0C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94865" y="3658301"/>
              <a:ext cx="927100" cy="228600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7BDC053-6EB6-0CAC-30B2-A8EA91994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65952" y="1637576"/>
              <a:ext cx="304800" cy="165100"/>
            </a:xfrm>
            <a:prstGeom prst="rect">
              <a:avLst/>
            </a:prstGeom>
          </p:spPr>
        </p:pic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21F131-648D-CB6C-08BC-A566EA133522}"/>
                </a:ext>
              </a:extLst>
            </p:cNvPr>
            <p:cNvCxnSpPr>
              <a:cxnSpLocks/>
            </p:cNvCxnSpPr>
            <p:nvPr/>
          </p:nvCxnSpPr>
          <p:spPr>
            <a:xfrm>
              <a:off x="5525060" y="5466261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2EAB9E9-CFA2-EC48-2423-BC8C45A189FA}"/>
                </a:ext>
              </a:extLst>
            </p:cNvPr>
            <p:cNvCxnSpPr>
              <a:cxnSpLocks/>
            </p:cNvCxnSpPr>
            <p:nvPr/>
          </p:nvCxnSpPr>
          <p:spPr>
            <a:xfrm>
              <a:off x="5871398" y="5021026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420439D-90B1-3A77-7B4E-6A9C5AE21C62}"/>
                </a:ext>
              </a:extLst>
            </p:cNvPr>
            <p:cNvCxnSpPr>
              <a:cxnSpLocks/>
            </p:cNvCxnSpPr>
            <p:nvPr/>
          </p:nvCxnSpPr>
          <p:spPr>
            <a:xfrm>
              <a:off x="6705663" y="4794232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1D61594-B6F3-77DA-2212-4D3829280695}"/>
                </a:ext>
              </a:extLst>
            </p:cNvPr>
            <p:cNvCxnSpPr>
              <a:cxnSpLocks/>
            </p:cNvCxnSpPr>
            <p:nvPr/>
          </p:nvCxnSpPr>
          <p:spPr>
            <a:xfrm>
              <a:off x="5955757" y="6583429"/>
              <a:ext cx="190648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B3686613-C39C-A001-A275-8995999CF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166" y="5456779"/>
              <a:ext cx="0" cy="112665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331D2688-E6DA-17F9-11D1-AEDA7C606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5356" y="5089403"/>
              <a:ext cx="0" cy="147799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88ED7F9-546E-E3F0-DEBD-1D910D62D1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0841" y="4794232"/>
              <a:ext cx="38343" cy="1789197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450455E-16D4-1E68-0042-750873AA7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1230" y="6016724"/>
              <a:ext cx="241300" cy="184413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0195C2DA-6342-E310-F541-CC8DD1111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70902" y="5689991"/>
              <a:ext cx="139700" cy="153677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D935D5EA-953D-C907-3B61-3F811CD9C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6764" y="5482192"/>
              <a:ext cx="139700" cy="184413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C033DBFF-4A2B-DDA0-C9A9-F5841E444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95680" y="5149651"/>
              <a:ext cx="139700" cy="133187"/>
            </a:xfrm>
            <a:prstGeom prst="rect">
              <a:avLst/>
            </a:prstGeom>
          </p:spPr>
        </p:pic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A47DB97E-0A35-2272-E56D-F8BAA48656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3832" y="5042221"/>
              <a:ext cx="0" cy="40771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B16B621-ECCA-F699-D387-7D2DED746128}"/>
                </a:ext>
              </a:extLst>
            </p:cNvPr>
            <p:cNvCxnSpPr>
              <a:cxnSpLocks/>
            </p:cNvCxnSpPr>
            <p:nvPr/>
          </p:nvCxnSpPr>
          <p:spPr>
            <a:xfrm>
              <a:off x="2728218" y="5442895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8E8F07C-6012-6D42-F6A5-721B9D671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7978" y="5440950"/>
              <a:ext cx="0" cy="17137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3085583F-B04E-A958-1A94-CE22093E28F3}"/>
                </a:ext>
              </a:extLst>
            </p:cNvPr>
            <p:cNvCxnSpPr>
              <a:cxnSpLocks/>
            </p:cNvCxnSpPr>
            <p:nvPr/>
          </p:nvCxnSpPr>
          <p:spPr>
            <a:xfrm>
              <a:off x="3075488" y="5128656"/>
              <a:ext cx="0" cy="17137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357D056E-12B4-9E8A-9B44-0488A0C6EF1C}"/>
                </a:ext>
              </a:extLst>
            </p:cNvPr>
            <p:cNvCxnSpPr>
              <a:cxnSpLocks/>
            </p:cNvCxnSpPr>
            <p:nvPr/>
          </p:nvCxnSpPr>
          <p:spPr>
            <a:xfrm>
              <a:off x="2745708" y="5295495"/>
              <a:ext cx="8342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B4CEE044-BB05-5CC6-E34C-BF1B2ECA3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41848" y="2241760"/>
              <a:ext cx="317500" cy="21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848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112DA1-6731-BE2E-374A-677C567D2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Plaatjes</a:t>
            </a:r>
            <a:r>
              <a:rPr lang="en-US" dirty="0"/>
              <a:t> De Laat 1980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4B9CB0-2DAF-AE40-E25D-AB4682397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Onverzadigde</a:t>
            </a:r>
            <a:r>
              <a:rPr lang="en-US" dirty="0"/>
              <a:t> zone</a:t>
            </a:r>
          </a:p>
        </p:txBody>
      </p:sp>
    </p:spTree>
    <p:extLst>
      <p:ext uri="{BB962C8B-B14F-4D97-AF65-F5344CB8AC3E}">
        <p14:creationId xmlns:p14="http://schemas.microsoft.com/office/powerpoint/2010/main" val="51172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C86444-71FE-EF45-D281-DCDC5948EAF2}"/>
              </a:ext>
            </a:extLst>
          </p:cNvPr>
          <p:cNvSpPr/>
          <p:nvPr/>
        </p:nvSpPr>
        <p:spPr>
          <a:xfrm>
            <a:off x="3170713" y="593766"/>
            <a:ext cx="2956956" cy="55220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D99080D-895A-779D-B2B4-B2E6B5EB891F}"/>
              </a:ext>
            </a:extLst>
          </p:cNvPr>
          <p:cNvSpPr/>
          <p:nvPr/>
        </p:nvSpPr>
        <p:spPr>
          <a:xfrm>
            <a:off x="3135086" y="1226140"/>
            <a:ext cx="2826327" cy="4877777"/>
          </a:xfrm>
          <a:custGeom>
            <a:avLst/>
            <a:gdLst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07522 w 2826327"/>
              <a:gd name="connsiteY1" fmla="*/ 486889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23020 w 2826327"/>
              <a:gd name="connsiteY1" fmla="*/ 556632 h 4916385"/>
              <a:gd name="connsiteX2" fmla="*/ 1080654 w 2826327"/>
              <a:gd name="connsiteY2" fmla="*/ 1365663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23020 w 2826327"/>
              <a:gd name="connsiteY1" fmla="*/ 556632 h 4916385"/>
              <a:gd name="connsiteX2" fmla="*/ 1072905 w 2826327"/>
              <a:gd name="connsiteY2" fmla="*/ 1381161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23020 w 2826327"/>
              <a:gd name="connsiteY1" fmla="*/ 556632 h 4916385"/>
              <a:gd name="connsiteX2" fmla="*/ 1072905 w 2826327"/>
              <a:gd name="connsiteY2" fmla="*/ 1381161 h 4916385"/>
              <a:gd name="connsiteX3" fmla="*/ 1211283 w 2826327"/>
              <a:gd name="connsiteY3" fmla="*/ 2636323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0 h 4916385"/>
              <a:gd name="connsiteX1" fmla="*/ 823020 w 2826327"/>
              <a:gd name="connsiteY1" fmla="*/ 556632 h 4916385"/>
              <a:gd name="connsiteX2" fmla="*/ 1072905 w 2826327"/>
              <a:gd name="connsiteY2" fmla="*/ 1381161 h 4916385"/>
              <a:gd name="connsiteX3" fmla="*/ 1234530 w 2826327"/>
              <a:gd name="connsiteY3" fmla="*/ 2620825 h 4916385"/>
              <a:gd name="connsiteX4" fmla="*/ 1781298 w 2826327"/>
              <a:gd name="connsiteY4" fmla="*/ 3455720 h 4916385"/>
              <a:gd name="connsiteX5" fmla="*/ 2826327 w 2826327"/>
              <a:gd name="connsiteY5" fmla="*/ 4916385 h 4916385"/>
              <a:gd name="connsiteX0" fmla="*/ 0 w 2826327"/>
              <a:gd name="connsiteY0" fmla="*/ 147 h 4916532"/>
              <a:gd name="connsiteX1" fmla="*/ 823020 w 2826327"/>
              <a:gd name="connsiteY1" fmla="*/ 556779 h 4916532"/>
              <a:gd name="connsiteX2" fmla="*/ 1072905 w 2826327"/>
              <a:gd name="connsiteY2" fmla="*/ 1381308 h 4916532"/>
              <a:gd name="connsiteX3" fmla="*/ 1234530 w 2826327"/>
              <a:gd name="connsiteY3" fmla="*/ 2620972 h 4916532"/>
              <a:gd name="connsiteX4" fmla="*/ 1781298 w 2826327"/>
              <a:gd name="connsiteY4" fmla="*/ 3455867 h 4916532"/>
              <a:gd name="connsiteX5" fmla="*/ 2826327 w 2826327"/>
              <a:gd name="connsiteY5" fmla="*/ 4916532 h 4916532"/>
              <a:gd name="connsiteX0" fmla="*/ 0 w 2826327"/>
              <a:gd name="connsiteY0" fmla="*/ 163 h 4877802"/>
              <a:gd name="connsiteX1" fmla="*/ 823020 w 2826327"/>
              <a:gd name="connsiteY1" fmla="*/ 518049 h 4877802"/>
              <a:gd name="connsiteX2" fmla="*/ 1072905 w 2826327"/>
              <a:gd name="connsiteY2" fmla="*/ 1342578 h 4877802"/>
              <a:gd name="connsiteX3" fmla="*/ 1234530 w 2826327"/>
              <a:gd name="connsiteY3" fmla="*/ 2582242 h 4877802"/>
              <a:gd name="connsiteX4" fmla="*/ 1781298 w 2826327"/>
              <a:gd name="connsiteY4" fmla="*/ 3417137 h 4877802"/>
              <a:gd name="connsiteX5" fmla="*/ 2826327 w 2826327"/>
              <a:gd name="connsiteY5" fmla="*/ 4877802 h 4877802"/>
              <a:gd name="connsiteX0" fmla="*/ 0 w 2826327"/>
              <a:gd name="connsiteY0" fmla="*/ 185 h 4877824"/>
              <a:gd name="connsiteX1" fmla="*/ 823020 w 2826327"/>
              <a:gd name="connsiteY1" fmla="*/ 518071 h 4877824"/>
              <a:gd name="connsiteX2" fmla="*/ 1072905 w 2826327"/>
              <a:gd name="connsiteY2" fmla="*/ 1342600 h 4877824"/>
              <a:gd name="connsiteX3" fmla="*/ 1234530 w 2826327"/>
              <a:gd name="connsiteY3" fmla="*/ 2582264 h 4877824"/>
              <a:gd name="connsiteX4" fmla="*/ 1781298 w 2826327"/>
              <a:gd name="connsiteY4" fmla="*/ 3417159 h 4877824"/>
              <a:gd name="connsiteX5" fmla="*/ 2826327 w 2826327"/>
              <a:gd name="connsiteY5" fmla="*/ 4877824 h 4877824"/>
              <a:gd name="connsiteX0" fmla="*/ 0 w 2826327"/>
              <a:gd name="connsiteY0" fmla="*/ 142 h 4877781"/>
              <a:gd name="connsiteX1" fmla="*/ 854017 w 2826327"/>
              <a:gd name="connsiteY1" fmla="*/ 603269 h 4877781"/>
              <a:gd name="connsiteX2" fmla="*/ 1072905 w 2826327"/>
              <a:gd name="connsiteY2" fmla="*/ 1342557 h 4877781"/>
              <a:gd name="connsiteX3" fmla="*/ 1234530 w 2826327"/>
              <a:gd name="connsiteY3" fmla="*/ 2582221 h 4877781"/>
              <a:gd name="connsiteX4" fmla="*/ 1781298 w 2826327"/>
              <a:gd name="connsiteY4" fmla="*/ 3417116 h 4877781"/>
              <a:gd name="connsiteX5" fmla="*/ 2826327 w 2826327"/>
              <a:gd name="connsiteY5" fmla="*/ 4877781 h 4877781"/>
              <a:gd name="connsiteX0" fmla="*/ 0 w 2826327"/>
              <a:gd name="connsiteY0" fmla="*/ 138 h 4877777"/>
              <a:gd name="connsiteX1" fmla="*/ 854017 w 2826327"/>
              <a:gd name="connsiteY1" fmla="*/ 603265 h 4877777"/>
              <a:gd name="connsiteX2" fmla="*/ 1072905 w 2826327"/>
              <a:gd name="connsiteY2" fmla="*/ 1342553 h 4877777"/>
              <a:gd name="connsiteX3" fmla="*/ 1234530 w 2826327"/>
              <a:gd name="connsiteY3" fmla="*/ 2582217 h 4877777"/>
              <a:gd name="connsiteX4" fmla="*/ 1781298 w 2826327"/>
              <a:gd name="connsiteY4" fmla="*/ 3417112 h 4877777"/>
              <a:gd name="connsiteX5" fmla="*/ 2826327 w 2826327"/>
              <a:gd name="connsiteY5" fmla="*/ 4877777 h 487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26327" h="4877777">
                <a:moveTo>
                  <a:pt x="0" y="138"/>
                </a:moveTo>
                <a:cubicBezTo>
                  <a:pt x="656632" y="-8048"/>
                  <a:pt x="752495" y="352358"/>
                  <a:pt x="854017" y="603265"/>
                </a:cubicBezTo>
                <a:cubicBezTo>
                  <a:pt x="955539" y="854172"/>
                  <a:pt x="1009486" y="1012728"/>
                  <a:pt x="1072905" y="1342553"/>
                </a:cubicBezTo>
                <a:cubicBezTo>
                  <a:pt x="1136324" y="1672378"/>
                  <a:pt x="1178458" y="2391440"/>
                  <a:pt x="1234530" y="2582217"/>
                </a:cubicBezTo>
                <a:cubicBezTo>
                  <a:pt x="1290602" y="2772994"/>
                  <a:pt x="1515999" y="3034519"/>
                  <a:pt x="1781298" y="3417112"/>
                </a:cubicBezTo>
                <a:cubicBezTo>
                  <a:pt x="2046597" y="3799705"/>
                  <a:pt x="2477984" y="4390889"/>
                  <a:pt x="2826327" y="4877777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E3E6063-6826-7261-9EA0-F38D8945795D}"/>
              </a:ext>
            </a:extLst>
          </p:cNvPr>
          <p:cNvGrpSpPr/>
          <p:nvPr/>
        </p:nvGrpSpPr>
        <p:grpSpPr>
          <a:xfrm>
            <a:off x="3719593" y="593766"/>
            <a:ext cx="1844299" cy="5628804"/>
            <a:chOff x="3719593" y="1100380"/>
            <a:chExt cx="1844299" cy="512219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A5A7998-6B61-BECB-9410-BAE17D3D8CE6}"/>
                </a:ext>
              </a:extLst>
            </p:cNvPr>
            <p:cNvCxnSpPr>
              <a:cxnSpLocks/>
            </p:cNvCxnSpPr>
            <p:nvPr/>
          </p:nvCxnSpPr>
          <p:spPr>
            <a:xfrm>
              <a:off x="3719593" y="1100380"/>
              <a:ext cx="0" cy="51221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55E8-31C1-5A17-770B-98DCCB9DB904}"/>
                </a:ext>
              </a:extLst>
            </p:cNvPr>
            <p:cNvCxnSpPr>
              <a:cxnSpLocks/>
            </p:cNvCxnSpPr>
            <p:nvPr/>
          </p:nvCxnSpPr>
          <p:spPr>
            <a:xfrm>
              <a:off x="4329193" y="1100380"/>
              <a:ext cx="0" cy="51221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A524C62-D05D-58C0-6926-D5AE8F897756}"/>
                </a:ext>
              </a:extLst>
            </p:cNvPr>
            <p:cNvCxnSpPr>
              <a:cxnSpLocks/>
            </p:cNvCxnSpPr>
            <p:nvPr/>
          </p:nvCxnSpPr>
          <p:spPr>
            <a:xfrm>
              <a:off x="4938793" y="1100380"/>
              <a:ext cx="0" cy="51221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D35FA25-5104-CBFB-ABE8-C4057E2383F7}"/>
                </a:ext>
              </a:extLst>
            </p:cNvPr>
            <p:cNvCxnSpPr>
              <a:cxnSpLocks/>
            </p:cNvCxnSpPr>
            <p:nvPr/>
          </p:nvCxnSpPr>
          <p:spPr>
            <a:xfrm>
              <a:off x="5563892" y="1100380"/>
              <a:ext cx="0" cy="51221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FE8D66-AE74-963D-476B-23354A6F5C36}"/>
              </a:ext>
            </a:extLst>
          </p:cNvPr>
          <p:cNvCxnSpPr>
            <a:cxnSpLocks/>
          </p:cNvCxnSpPr>
          <p:nvPr/>
        </p:nvCxnSpPr>
        <p:spPr>
          <a:xfrm>
            <a:off x="3051874" y="1202889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3684C0-D435-B6E8-311F-AC34298BD26E}"/>
              </a:ext>
            </a:extLst>
          </p:cNvPr>
          <p:cNvCxnSpPr>
            <a:cxnSpLocks/>
          </p:cNvCxnSpPr>
          <p:nvPr/>
        </p:nvCxnSpPr>
        <p:spPr>
          <a:xfrm>
            <a:off x="3103535" y="1804740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5900A7-9F92-69AE-0B5C-3A4F3BAC7E56}"/>
              </a:ext>
            </a:extLst>
          </p:cNvPr>
          <p:cNvCxnSpPr>
            <a:cxnSpLocks/>
          </p:cNvCxnSpPr>
          <p:nvPr/>
        </p:nvCxnSpPr>
        <p:spPr>
          <a:xfrm>
            <a:off x="3064789" y="2406591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317CFC-98FF-0E47-40BA-9982305228BC}"/>
              </a:ext>
            </a:extLst>
          </p:cNvPr>
          <p:cNvCxnSpPr>
            <a:cxnSpLocks/>
          </p:cNvCxnSpPr>
          <p:nvPr/>
        </p:nvCxnSpPr>
        <p:spPr>
          <a:xfrm>
            <a:off x="3064789" y="3039438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0281AA-B258-DC91-CB5C-D47FFD67C53A}"/>
              </a:ext>
            </a:extLst>
          </p:cNvPr>
          <p:cNvCxnSpPr>
            <a:cxnSpLocks/>
          </p:cNvCxnSpPr>
          <p:nvPr/>
        </p:nvCxnSpPr>
        <p:spPr>
          <a:xfrm>
            <a:off x="3051874" y="3641288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615146-716B-A8B0-2348-DC00C84711F5}"/>
              </a:ext>
            </a:extLst>
          </p:cNvPr>
          <p:cNvCxnSpPr>
            <a:cxnSpLocks/>
          </p:cNvCxnSpPr>
          <p:nvPr/>
        </p:nvCxnSpPr>
        <p:spPr>
          <a:xfrm>
            <a:off x="3034102" y="4250888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FAD66E-7E54-5048-61A3-58E27CB37E6B}"/>
              </a:ext>
            </a:extLst>
          </p:cNvPr>
          <p:cNvCxnSpPr>
            <a:cxnSpLocks/>
          </p:cNvCxnSpPr>
          <p:nvPr/>
        </p:nvCxnSpPr>
        <p:spPr>
          <a:xfrm>
            <a:off x="3051874" y="4868237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7C6CE5-9155-695A-B705-BB83685C9040}"/>
              </a:ext>
            </a:extLst>
          </p:cNvPr>
          <p:cNvCxnSpPr>
            <a:cxnSpLocks/>
          </p:cNvCxnSpPr>
          <p:nvPr/>
        </p:nvCxnSpPr>
        <p:spPr>
          <a:xfrm>
            <a:off x="3051874" y="5477837"/>
            <a:ext cx="3075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CC2BA2-B002-790D-C073-674F54FFA8D9}"/>
              </a:ext>
            </a:extLst>
          </p:cNvPr>
          <p:cNvSpPr txBox="1"/>
          <p:nvPr/>
        </p:nvSpPr>
        <p:spPr>
          <a:xfrm>
            <a:off x="2543001" y="40910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BF35C8-3CE2-5B24-71D5-78760160FAF8}"/>
              </a:ext>
            </a:extLst>
          </p:cNvPr>
          <p:cNvSpPr txBox="1"/>
          <p:nvPr/>
        </p:nvSpPr>
        <p:spPr>
          <a:xfrm>
            <a:off x="2543001" y="1002866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58D4F2-1724-C735-4603-C5965DC12F78}"/>
              </a:ext>
            </a:extLst>
          </p:cNvPr>
          <p:cNvSpPr txBox="1"/>
          <p:nvPr/>
        </p:nvSpPr>
        <p:spPr>
          <a:xfrm>
            <a:off x="2543001" y="1581753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0D8666-4616-FC3B-661E-3DB50B069D67}"/>
              </a:ext>
            </a:extLst>
          </p:cNvPr>
          <p:cNvSpPr txBox="1"/>
          <p:nvPr/>
        </p:nvSpPr>
        <p:spPr>
          <a:xfrm>
            <a:off x="2543001" y="215896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9ABB06-D4B6-C147-CD0E-C56B6BABAD0A}"/>
              </a:ext>
            </a:extLst>
          </p:cNvPr>
          <p:cNvSpPr txBox="1"/>
          <p:nvPr/>
        </p:nvSpPr>
        <p:spPr>
          <a:xfrm>
            <a:off x="2501644" y="2752726"/>
            <a:ext cx="55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AEB7FB-776D-C89B-5D4C-B4D2A7BE1C73}"/>
              </a:ext>
            </a:extLst>
          </p:cNvPr>
          <p:cNvSpPr txBox="1"/>
          <p:nvPr/>
        </p:nvSpPr>
        <p:spPr>
          <a:xfrm>
            <a:off x="2490102" y="3366611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0A0A24-4941-4821-F47B-CFDC3B62923D}"/>
              </a:ext>
            </a:extLst>
          </p:cNvPr>
          <p:cNvSpPr txBox="1"/>
          <p:nvPr/>
        </p:nvSpPr>
        <p:spPr>
          <a:xfrm>
            <a:off x="2490102" y="3980496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74EFA0-FD5F-2FF3-1FBE-919DD6B1DC76}"/>
              </a:ext>
            </a:extLst>
          </p:cNvPr>
          <p:cNvSpPr txBox="1"/>
          <p:nvPr/>
        </p:nvSpPr>
        <p:spPr>
          <a:xfrm>
            <a:off x="2490102" y="4620697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CA908C-FE31-A038-7C4F-40710DC1E721}"/>
              </a:ext>
            </a:extLst>
          </p:cNvPr>
          <p:cNvSpPr txBox="1"/>
          <p:nvPr/>
        </p:nvSpPr>
        <p:spPr>
          <a:xfrm>
            <a:off x="2490102" y="5214463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FAFEE7-4C31-6DE6-0EFA-D0D361981E3E}"/>
              </a:ext>
            </a:extLst>
          </p:cNvPr>
          <p:cNvSpPr txBox="1"/>
          <p:nvPr/>
        </p:nvSpPr>
        <p:spPr>
          <a:xfrm>
            <a:off x="2490102" y="5808229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10</a:t>
            </a:r>
            <a:r>
              <a:rPr lang="en-NL" baseline="30000" dirty="0"/>
              <a:t>-6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0E9282-562B-C2DA-6B47-4B83849A2754}"/>
              </a:ext>
            </a:extLst>
          </p:cNvPr>
          <p:cNvSpPr txBox="1"/>
          <p:nvPr/>
        </p:nvSpPr>
        <p:spPr>
          <a:xfrm>
            <a:off x="5819631" y="6208259"/>
            <a:ext cx="627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-5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73DC8F-BFB1-0722-6423-C6B1C0936AB5}"/>
              </a:ext>
            </a:extLst>
          </p:cNvPr>
          <p:cNvSpPr txBox="1"/>
          <p:nvPr/>
        </p:nvSpPr>
        <p:spPr>
          <a:xfrm>
            <a:off x="2787442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0AA57D-5B47-3A91-007D-8C8FE31A830E}"/>
              </a:ext>
            </a:extLst>
          </p:cNvPr>
          <p:cNvSpPr txBox="1"/>
          <p:nvPr/>
        </p:nvSpPr>
        <p:spPr>
          <a:xfrm>
            <a:off x="3412540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9B1FC8-4D32-0A74-6D26-E00811F0B622}"/>
              </a:ext>
            </a:extLst>
          </p:cNvPr>
          <p:cNvSpPr txBox="1"/>
          <p:nvPr/>
        </p:nvSpPr>
        <p:spPr>
          <a:xfrm>
            <a:off x="4037638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08604D-5947-73A1-6381-99CEE5C072E4}"/>
              </a:ext>
            </a:extLst>
          </p:cNvPr>
          <p:cNvSpPr txBox="1"/>
          <p:nvPr/>
        </p:nvSpPr>
        <p:spPr>
          <a:xfrm>
            <a:off x="4662736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48B5C7-CB2A-A1EE-4F34-FD0822C32EEB}"/>
              </a:ext>
            </a:extLst>
          </p:cNvPr>
          <p:cNvSpPr txBox="1"/>
          <p:nvPr/>
        </p:nvSpPr>
        <p:spPr>
          <a:xfrm>
            <a:off x="5262511" y="6208259"/>
            <a:ext cx="57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-10</a:t>
            </a:r>
            <a:r>
              <a:rPr lang="en-NL" baseline="300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BA9C5D-4264-C8E3-10AC-5B34E71236EE}"/>
              </a:ext>
            </a:extLst>
          </p:cNvPr>
          <p:cNvSpPr txBox="1"/>
          <p:nvPr/>
        </p:nvSpPr>
        <p:spPr>
          <a:xfrm>
            <a:off x="1586230" y="326592"/>
            <a:ext cx="96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K(cm/d)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6D988E-41DE-C559-3816-16A3EA7662D1}"/>
              </a:ext>
            </a:extLst>
          </p:cNvPr>
          <p:cNvSpPr txBox="1"/>
          <p:nvPr/>
        </p:nvSpPr>
        <p:spPr>
          <a:xfrm>
            <a:off x="4781867" y="6446071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-p(mbar)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58AEE9-7878-2206-6998-1BC1BE556488}"/>
              </a:ext>
            </a:extLst>
          </p:cNvPr>
          <p:cNvSpPr txBox="1"/>
          <p:nvPr/>
        </p:nvSpPr>
        <p:spPr>
          <a:xfrm>
            <a:off x="844952" y="2528292"/>
            <a:ext cx="763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Fig 5a</a:t>
            </a:r>
          </a:p>
        </p:txBody>
      </p:sp>
    </p:spTree>
    <p:extLst>
      <p:ext uri="{BB962C8B-B14F-4D97-AF65-F5344CB8AC3E}">
        <p14:creationId xmlns:p14="http://schemas.microsoft.com/office/powerpoint/2010/main" val="2440357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F2DEED1F-19EA-4D8F-B9D5-B28A252E59FF}"/>
              </a:ext>
            </a:extLst>
          </p:cNvPr>
          <p:cNvGrpSpPr/>
          <p:nvPr/>
        </p:nvGrpSpPr>
        <p:grpSpPr>
          <a:xfrm>
            <a:off x="1301383" y="1587"/>
            <a:ext cx="6578441" cy="6832569"/>
            <a:chOff x="1301383" y="1587"/>
            <a:chExt cx="6578441" cy="68325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1A966F7-A8AD-114B-F9CF-DD42EDA1D1CE}"/>
                </a:ext>
              </a:extLst>
            </p:cNvPr>
            <p:cNvSpPr/>
            <p:nvPr/>
          </p:nvSpPr>
          <p:spPr>
            <a:xfrm>
              <a:off x="2002420" y="416689"/>
              <a:ext cx="5382228" cy="57989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652CDB5-E8AD-EA6F-C444-FE7FB34F260B}"/>
                </a:ext>
              </a:extLst>
            </p:cNvPr>
            <p:cNvCxnSpPr>
              <a:cxnSpLocks/>
            </p:cNvCxnSpPr>
            <p:nvPr/>
          </p:nvCxnSpPr>
          <p:spPr>
            <a:xfrm>
              <a:off x="1921398" y="694481"/>
              <a:ext cx="54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377E71A-2174-DBD9-4A0F-9CDB7C06624B}"/>
                </a:ext>
              </a:extLst>
            </p:cNvPr>
            <p:cNvCxnSpPr>
              <a:cxnSpLocks/>
            </p:cNvCxnSpPr>
            <p:nvPr/>
          </p:nvCxnSpPr>
          <p:spPr>
            <a:xfrm>
              <a:off x="1967695" y="2108521"/>
              <a:ext cx="54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CD8CBC-9D31-AC12-8F28-BFBECD86BFFA}"/>
                </a:ext>
              </a:extLst>
            </p:cNvPr>
            <p:cNvCxnSpPr>
              <a:cxnSpLocks/>
            </p:cNvCxnSpPr>
            <p:nvPr/>
          </p:nvCxnSpPr>
          <p:spPr>
            <a:xfrm>
              <a:off x="1967695" y="3467582"/>
              <a:ext cx="54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787FE2D-C950-9B9E-702A-758594086B6A}"/>
                </a:ext>
              </a:extLst>
            </p:cNvPr>
            <p:cNvCxnSpPr>
              <a:cxnSpLocks/>
            </p:cNvCxnSpPr>
            <p:nvPr/>
          </p:nvCxnSpPr>
          <p:spPr>
            <a:xfrm>
              <a:off x="1956120" y="4858473"/>
              <a:ext cx="54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F4877D-356F-7602-28FC-0259FE849F60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416689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7539FB-F360-7FA5-0B2A-BDA3A702E3A4}"/>
                </a:ext>
              </a:extLst>
            </p:cNvPr>
            <p:cNvCxnSpPr>
              <a:cxnSpLocks/>
            </p:cNvCxnSpPr>
            <p:nvPr/>
          </p:nvCxnSpPr>
          <p:spPr>
            <a:xfrm>
              <a:off x="3520635" y="418616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09788F-F2A4-9101-A9EE-022FBE3A2B07}"/>
                </a:ext>
              </a:extLst>
            </p:cNvPr>
            <p:cNvCxnSpPr>
              <a:cxnSpLocks/>
            </p:cNvCxnSpPr>
            <p:nvPr/>
          </p:nvCxnSpPr>
          <p:spPr>
            <a:xfrm>
              <a:off x="4298075" y="420541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CB5166-52BA-F849-367B-99D0D2640298}"/>
                </a:ext>
              </a:extLst>
            </p:cNvPr>
            <p:cNvCxnSpPr>
              <a:cxnSpLocks/>
            </p:cNvCxnSpPr>
            <p:nvPr/>
          </p:nvCxnSpPr>
          <p:spPr>
            <a:xfrm>
              <a:off x="5063933" y="422468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49E559D-B37E-CCEF-90F8-509A952EA5CC}"/>
                </a:ext>
              </a:extLst>
            </p:cNvPr>
            <p:cNvCxnSpPr>
              <a:cxnSpLocks/>
            </p:cNvCxnSpPr>
            <p:nvPr/>
          </p:nvCxnSpPr>
          <p:spPr>
            <a:xfrm>
              <a:off x="5818220" y="412818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BADB5B-E05D-3D47-15BA-E97DE2D64787}"/>
                </a:ext>
              </a:extLst>
            </p:cNvPr>
            <p:cNvCxnSpPr>
              <a:cxnSpLocks/>
            </p:cNvCxnSpPr>
            <p:nvPr/>
          </p:nvCxnSpPr>
          <p:spPr>
            <a:xfrm>
              <a:off x="6584078" y="426318"/>
              <a:ext cx="0" cy="57989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B42B50F-E0DC-99AC-F281-AE4400420ABF}"/>
                </a:ext>
              </a:extLst>
            </p:cNvPr>
            <p:cNvGrpSpPr/>
            <p:nvPr/>
          </p:nvGrpSpPr>
          <p:grpSpPr>
            <a:xfrm>
              <a:off x="1474112" y="509815"/>
              <a:ext cx="513282" cy="5838370"/>
              <a:chOff x="964827" y="509815"/>
              <a:chExt cx="513282" cy="5838370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0E5526-9B75-B99F-9D94-6BC8D05D41A8}"/>
                  </a:ext>
                </a:extLst>
              </p:cNvPr>
              <p:cNvSpPr txBox="1"/>
              <p:nvPr/>
            </p:nvSpPr>
            <p:spPr>
              <a:xfrm>
                <a:off x="964827" y="509815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4</a:t>
                </a:r>
                <a:endParaRPr lang="en-NL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F48870-73EE-8006-53BC-B221C234437D}"/>
                  </a:ext>
                </a:extLst>
              </p:cNvPr>
              <p:cNvSpPr txBox="1"/>
              <p:nvPr/>
            </p:nvSpPr>
            <p:spPr>
              <a:xfrm>
                <a:off x="964827" y="1877075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3</a:t>
                </a:r>
                <a:endParaRPr lang="en-NL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BA1C5C-C406-DCC9-188E-556B5AC62490}"/>
                  </a:ext>
                </a:extLst>
              </p:cNvPr>
              <p:cNvSpPr txBox="1"/>
              <p:nvPr/>
            </p:nvSpPr>
            <p:spPr>
              <a:xfrm>
                <a:off x="964827" y="3244334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2</a:t>
                </a:r>
                <a:endParaRPr lang="en-NL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4BC7382-CE75-E7B3-D301-982242FFE71E}"/>
                  </a:ext>
                </a:extLst>
              </p:cNvPr>
              <p:cNvSpPr txBox="1"/>
              <p:nvPr/>
            </p:nvSpPr>
            <p:spPr>
              <a:xfrm>
                <a:off x="964827" y="4611593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1</a:t>
                </a:r>
                <a:endParaRPr lang="en-NL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1826C3-24BC-C03B-2620-5DAA4BA479DD}"/>
                  </a:ext>
                </a:extLst>
              </p:cNvPr>
              <p:cNvSpPr txBox="1"/>
              <p:nvPr/>
            </p:nvSpPr>
            <p:spPr>
              <a:xfrm>
                <a:off x="964827" y="5978853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10</a:t>
                </a:r>
                <a:r>
                  <a:rPr lang="en-NL" baseline="30000" dirty="0"/>
                  <a:t>0</a:t>
                </a:r>
                <a:endParaRPr lang="en-NL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9817A38-5314-854B-80A8-4EA1B699F6F7}"/>
                </a:ext>
              </a:extLst>
            </p:cNvPr>
            <p:cNvGrpSpPr/>
            <p:nvPr/>
          </p:nvGrpSpPr>
          <p:grpSpPr>
            <a:xfrm>
              <a:off x="7528319" y="464435"/>
              <a:ext cx="308098" cy="5838370"/>
              <a:chOff x="964827" y="509815"/>
              <a:chExt cx="308098" cy="5838370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05CECD-54E5-6159-F6D9-A0A1D22A5406}"/>
                  </a:ext>
                </a:extLst>
              </p:cNvPr>
              <p:cNvSpPr txBox="1"/>
              <p:nvPr/>
            </p:nvSpPr>
            <p:spPr>
              <a:xfrm>
                <a:off x="964827" y="50981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4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A11FDA-186B-F9AB-8F05-E1741F4254DF}"/>
                  </a:ext>
                </a:extLst>
              </p:cNvPr>
              <p:cNvSpPr txBox="1"/>
              <p:nvPr/>
            </p:nvSpPr>
            <p:spPr>
              <a:xfrm>
                <a:off x="964827" y="187707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3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C000CD-5CB5-0DCC-7B5B-830FAE30AE87}"/>
                  </a:ext>
                </a:extLst>
              </p:cNvPr>
              <p:cNvSpPr txBox="1"/>
              <p:nvPr/>
            </p:nvSpPr>
            <p:spPr>
              <a:xfrm>
                <a:off x="964827" y="324433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2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E80307-ECCD-FEB2-8F8B-33219FB36D1C}"/>
                  </a:ext>
                </a:extLst>
              </p:cNvPr>
              <p:cNvSpPr txBox="1"/>
              <p:nvPr/>
            </p:nvSpPr>
            <p:spPr>
              <a:xfrm>
                <a:off x="964827" y="461159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1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84A089-F596-1DAE-8B1E-F35EE386ABC6}"/>
                  </a:ext>
                </a:extLst>
              </p:cNvPr>
              <p:cNvSpPr txBox="1"/>
              <p:nvPr/>
            </p:nvSpPr>
            <p:spPr>
              <a:xfrm>
                <a:off x="964827" y="597885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dirty="0"/>
                  <a:t>0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38727A4-DB26-1F0A-397D-16AC3075A773}"/>
                </a:ext>
              </a:extLst>
            </p:cNvPr>
            <p:cNvSpPr txBox="1"/>
            <p:nvPr/>
          </p:nvSpPr>
          <p:spPr>
            <a:xfrm>
              <a:off x="2322190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0.05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E4A0C0-E9DD-51D4-6D0D-71F4DC3AED88}"/>
                </a:ext>
              </a:extLst>
            </p:cNvPr>
            <p:cNvSpPr txBox="1"/>
            <p:nvPr/>
          </p:nvSpPr>
          <p:spPr>
            <a:xfrm>
              <a:off x="3893588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0.15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EB1FF4-E40C-B2FA-7F15-E312BED5B66F}"/>
                </a:ext>
              </a:extLst>
            </p:cNvPr>
            <p:cNvSpPr txBox="1"/>
            <p:nvPr/>
          </p:nvSpPr>
          <p:spPr>
            <a:xfrm>
              <a:off x="5464986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0.25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C9FB92F-AAEA-146D-DEF5-9D55339192D9}"/>
                </a:ext>
              </a:extLst>
            </p:cNvPr>
            <p:cNvSpPr txBox="1"/>
            <p:nvPr/>
          </p:nvSpPr>
          <p:spPr>
            <a:xfrm>
              <a:off x="7036384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0.35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3017CBF-0799-DEBF-51EB-249872509ECC}"/>
                </a:ext>
              </a:extLst>
            </p:cNvPr>
            <p:cNvSpPr txBox="1"/>
            <p:nvPr/>
          </p:nvSpPr>
          <p:spPr>
            <a:xfrm>
              <a:off x="3107889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0.10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8111A6-A28A-80AB-7CE7-47E9132A0629}"/>
                </a:ext>
              </a:extLst>
            </p:cNvPr>
            <p:cNvSpPr txBox="1"/>
            <p:nvPr/>
          </p:nvSpPr>
          <p:spPr>
            <a:xfrm>
              <a:off x="4679287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0.20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7DB243B-5CF1-DE19-88CF-48B18EF870FF}"/>
                </a:ext>
              </a:extLst>
            </p:cNvPr>
            <p:cNvSpPr txBox="1"/>
            <p:nvPr/>
          </p:nvSpPr>
          <p:spPr>
            <a:xfrm>
              <a:off x="6250685" y="63049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0.30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12CD5F-3136-7CD6-F625-232C2BEF55D4}"/>
                </a:ext>
              </a:extLst>
            </p:cNvPr>
            <p:cNvSpPr txBox="1"/>
            <p:nvPr/>
          </p:nvSpPr>
          <p:spPr>
            <a:xfrm>
              <a:off x="1849076" y="630496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D20FD65-759C-27B0-3940-0399BE23D4C2}"/>
                </a:ext>
              </a:extLst>
            </p:cNvPr>
            <p:cNvSpPr txBox="1"/>
            <p:nvPr/>
          </p:nvSpPr>
          <p:spPr>
            <a:xfrm>
              <a:off x="7246030" y="3505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pF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4D6EB3-A501-ED1F-52D0-C53E766C18BB}"/>
                </a:ext>
              </a:extLst>
            </p:cNvPr>
            <p:cNvSpPr txBox="1"/>
            <p:nvPr/>
          </p:nvSpPr>
          <p:spPr>
            <a:xfrm>
              <a:off x="1301383" y="1587"/>
              <a:ext cx="10550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-p[mbar]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3EF6950-65BC-CDE5-69AD-78C9B8129B04}"/>
                </a:ext>
              </a:extLst>
            </p:cNvPr>
            <p:cNvSpPr txBox="1"/>
            <p:nvPr/>
          </p:nvSpPr>
          <p:spPr>
            <a:xfrm>
              <a:off x="7565314" y="6464824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dirty="0"/>
                <a:t>𝜃</a:t>
              </a: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3892C340-76EB-30E0-69F8-E458E82507C0}"/>
                </a:ext>
              </a:extLst>
            </p:cNvPr>
            <p:cNvSpPr/>
            <p:nvPr/>
          </p:nvSpPr>
          <p:spPr>
            <a:xfrm>
              <a:off x="2338086" y="416689"/>
              <a:ext cx="5011838" cy="5798916"/>
            </a:xfrm>
            <a:custGeom>
              <a:avLst/>
              <a:gdLst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312517 w 5011838"/>
                <a:gd name="connsiteY1" fmla="*/ 1597306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048719 w 5011838"/>
                <a:gd name="connsiteY2" fmla="*/ 3148314 h 5798916"/>
                <a:gd name="connsiteX3" fmla="*/ 3206187 w 5011838"/>
                <a:gd name="connsiteY3" fmla="*/ 3402957 h 5798916"/>
                <a:gd name="connsiteX4" fmla="*/ 4606724 w 5011838"/>
                <a:gd name="connsiteY4" fmla="*/ 4317357 h 5798916"/>
                <a:gd name="connsiteX5" fmla="*/ 5011838 w 5011838"/>
                <a:gd name="connsiteY5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3206187 w 5011838"/>
                <a:gd name="connsiteY2" fmla="*/ 3402957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  <a:gd name="connsiteX0" fmla="*/ 0 w 5011838"/>
                <a:gd name="connsiteY0" fmla="*/ 0 h 5798916"/>
                <a:gd name="connsiteX1" fmla="*/ 439838 w 5011838"/>
                <a:gd name="connsiteY1" fmla="*/ 1828800 h 5798916"/>
                <a:gd name="connsiteX2" fmla="*/ 2615878 w 5011838"/>
                <a:gd name="connsiteY2" fmla="*/ 3264061 h 5798916"/>
                <a:gd name="connsiteX3" fmla="*/ 4606724 w 5011838"/>
                <a:gd name="connsiteY3" fmla="*/ 4317357 h 5798916"/>
                <a:gd name="connsiteX4" fmla="*/ 5011838 w 5011838"/>
                <a:gd name="connsiteY4" fmla="*/ 5798916 h 5798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1838" h="5798916">
                  <a:moveTo>
                    <a:pt x="0" y="0"/>
                  </a:moveTo>
                  <a:cubicBezTo>
                    <a:pt x="104172" y="891250"/>
                    <a:pt x="27007" y="625033"/>
                    <a:pt x="439838" y="1828800"/>
                  </a:cubicBezTo>
                  <a:cubicBezTo>
                    <a:pt x="852669" y="3032567"/>
                    <a:pt x="1574156" y="2999772"/>
                    <a:pt x="2615878" y="3264061"/>
                  </a:cubicBezTo>
                  <a:cubicBezTo>
                    <a:pt x="3657600" y="3528350"/>
                    <a:pt x="4392592" y="3536066"/>
                    <a:pt x="4606724" y="4317357"/>
                  </a:cubicBezTo>
                  <a:lnTo>
                    <a:pt x="5011838" y="5798916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04731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3790</TotalTime>
  <Words>75</Words>
  <Application>Microsoft Macintosh PowerPoint</Application>
  <PresentationFormat>On-screen Show (4:3)</PresentationFormat>
  <Paragraphs>46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Voortoets Plaatjes met de hand</vt:lpstr>
      <vt:lpstr>PowerPoint Presentation</vt:lpstr>
      <vt:lpstr>Plaatjes De Laat 1980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 Olsthoorn</dc:creator>
  <cp:lastModifiedBy>Theo Olsthoorn</cp:lastModifiedBy>
  <cp:revision>5</cp:revision>
  <dcterms:created xsi:type="dcterms:W3CDTF">2025-01-26T23:48:30Z</dcterms:created>
  <dcterms:modified xsi:type="dcterms:W3CDTF">2026-03-23T01:57:49Z</dcterms:modified>
</cp:coreProperties>
</file>