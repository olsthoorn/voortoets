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60" r:id="rId3"/>
    <p:sldId id="259" r:id="rId4"/>
    <p:sldId id="257" r:id="rId5"/>
    <p:sldId id="25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694"/>
  </p:normalViewPr>
  <p:slideViewPr>
    <p:cSldViewPr snapToGrid="0">
      <p:cViewPr>
        <p:scale>
          <a:sx n="96" d="100"/>
          <a:sy n="96" d="100"/>
        </p:scale>
        <p:origin x="118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95EFE7-7ADD-BC40-8302-6BFE077E7FFD}" type="datetimeFigureOut">
              <a:rPr lang="en-NL" smtClean="0"/>
              <a:t>3/20/26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361349-F661-3C48-90B8-DFBB4AE35347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346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361349-F661-3C48-90B8-DFBB4AE35347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85595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361349-F661-3C48-90B8-DFBB4AE35347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54039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0241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29890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84072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43060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51902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89624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704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1276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48620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0786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55952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60A6CB-D90F-AD4B-89C2-5F0ECE372669}" type="datetimeFigureOut">
              <a:rPr lang="en-NL" smtClean="0"/>
              <a:t>3/20/26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176CCF-D52A-CC4D-A629-7BB0D9400D8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95773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B0623-25A2-CC2F-4820-CBD39768B4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Voortoets</a:t>
            </a:r>
            <a:br>
              <a:rPr lang="en-US" dirty="0"/>
            </a:br>
            <a:r>
              <a:rPr lang="en-NL"/>
              <a:t>Plaatjes </a:t>
            </a:r>
            <a:r>
              <a:rPr lang="en-US" dirty="0"/>
              <a:t>met de hand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21E6D1-6AB2-51CA-3527-E200F590AD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263780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EDA8842-00BB-BD6F-E86E-18C6E0B8072F}"/>
              </a:ext>
            </a:extLst>
          </p:cNvPr>
          <p:cNvGrpSpPr/>
          <p:nvPr/>
        </p:nvGrpSpPr>
        <p:grpSpPr>
          <a:xfrm>
            <a:off x="0" y="3918857"/>
            <a:ext cx="9144000" cy="2434440"/>
            <a:chOff x="1021276" y="3918857"/>
            <a:chExt cx="7386452" cy="24344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C4504E3-6C27-D0DC-2B6D-EBFD86BB60C4}"/>
                </a:ext>
              </a:extLst>
            </p:cNvPr>
            <p:cNvSpPr/>
            <p:nvPr/>
          </p:nvSpPr>
          <p:spPr>
            <a:xfrm>
              <a:off x="1021277" y="3918857"/>
              <a:ext cx="7386451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C187E37-C87C-077F-195E-FAA100532D1E}"/>
                </a:ext>
              </a:extLst>
            </p:cNvPr>
            <p:cNvSpPr/>
            <p:nvPr/>
          </p:nvSpPr>
          <p:spPr>
            <a:xfrm>
              <a:off x="1021276" y="4833256"/>
              <a:ext cx="7386451" cy="1520041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19F66EC-43C3-3D6B-A023-FA65DFFF3664}"/>
              </a:ext>
            </a:extLst>
          </p:cNvPr>
          <p:cNvSpPr/>
          <p:nvPr/>
        </p:nvSpPr>
        <p:spPr>
          <a:xfrm>
            <a:off x="-1" y="807523"/>
            <a:ext cx="9143999" cy="24344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E7085E6-B93D-337E-9D8A-6427A4C05E56}"/>
              </a:ext>
            </a:extLst>
          </p:cNvPr>
          <p:cNvGrpSpPr/>
          <p:nvPr/>
        </p:nvGrpSpPr>
        <p:grpSpPr>
          <a:xfrm>
            <a:off x="978483" y="798377"/>
            <a:ext cx="308759" cy="749511"/>
            <a:chOff x="2061051" y="803632"/>
            <a:chExt cx="308759" cy="74951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5BCCE810-2DDE-9689-1176-C4C8EDF0A507}"/>
                </a:ext>
              </a:extLst>
            </p:cNvPr>
            <p:cNvSpPr/>
            <p:nvPr/>
          </p:nvSpPr>
          <p:spPr>
            <a:xfrm>
              <a:off x="2061051" y="803632"/>
              <a:ext cx="308759" cy="749511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  <a:gd name="csX0" fmla="*/ 0 w 308759"/>
                <a:gd name="csY0" fmla="*/ 9145 h 769169"/>
                <a:gd name="csX1" fmla="*/ 154380 w 308759"/>
                <a:gd name="csY1" fmla="*/ 769166 h 769169"/>
                <a:gd name="csX2" fmla="*/ 308759 w 308759"/>
                <a:gd name="csY2" fmla="*/ 0 h 769169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5 h 760026"/>
                <a:gd name="csX0" fmla="*/ 0 w 308759"/>
                <a:gd name="csY0" fmla="*/ 0 h 749511"/>
                <a:gd name="csX1" fmla="*/ 154380 w 308759"/>
                <a:gd name="csY1" fmla="*/ 749511 h 749511"/>
                <a:gd name="csX2" fmla="*/ 308759 w 308759"/>
                <a:gd name="csY2" fmla="*/ 1365 h 749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49511">
                  <a:moveTo>
                    <a:pt x="0" y="0"/>
                  </a:moveTo>
                  <a:cubicBezTo>
                    <a:pt x="51460" y="253340"/>
                    <a:pt x="102920" y="749284"/>
                    <a:pt x="154380" y="749511"/>
                  </a:cubicBezTo>
                  <a:cubicBezTo>
                    <a:pt x="205840" y="749738"/>
                    <a:pt x="257299" y="250747"/>
                    <a:pt x="308759" y="1365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73F09B70-2E0C-8563-35B5-EE2FC489F5B4}"/>
                </a:ext>
              </a:extLst>
            </p:cNvPr>
            <p:cNvSpPr/>
            <p:nvPr/>
          </p:nvSpPr>
          <p:spPr>
            <a:xfrm>
              <a:off x="2123089" y="1171905"/>
              <a:ext cx="189187" cy="375990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60026">
                  <a:moveTo>
                    <a:pt x="0" y="0"/>
                  </a:moveTo>
                  <a:cubicBezTo>
                    <a:pt x="51460" y="253340"/>
                    <a:pt x="102920" y="758042"/>
                    <a:pt x="154380" y="760021"/>
                  </a:cubicBezTo>
                  <a:cubicBezTo>
                    <a:pt x="205840" y="762000"/>
                    <a:pt x="257299" y="261258"/>
                    <a:pt x="308759" y="11876"/>
                  </a:cubicBezTo>
                </a:path>
              </a:pathLst>
            </a:cu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EB4E2DC-F686-D914-8B19-3DF1774A4D38}"/>
              </a:ext>
            </a:extLst>
          </p:cNvPr>
          <p:cNvGrpSpPr/>
          <p:nvPr/>
        </p:nvGrpSpPr>
        <p:grpSpPr>
          <a:xfrm>
            <a:off x="3317888" y="781258"/>
            <a:ext cx="308759" cy="749511"/>
            <a:chOff x="2061051" y="803632"/>
            <a:chExt cx="308759" cy="74951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37DE5FD-D645-EB1D-9F56-6DAC99081777}"/>
                </a:ext>
              </a:extLst>
            </p:cNvPr>
            <p:cNvSpPr/>
            <p:nvPr/>
          </p:nvSpPr>
          <p:spPr>
            <a:xfrm>
              <a:off x="2061051" y="803632"/>
              <a:ext cx="308759" cy="749511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  <a:gd name="csX0" fmla="*/ 0 w 308759"/>
                <a:gd name="csY0" fmla="*/ 9145 h 769169"/>
                <a:gd name="csX1" fmla="*/ 154380 w 308759"/>
                <a:gd name="csY1" fmla="*/ 769166 h 769169"/>
                <a:gd name="csX2" fmla="*/ 308759 w 308759"/>
                <a:gd name="csY2" fmla="*/ 0 h 769169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5 h 760026"/>
                <a:gd name="csX0" fmla="*/ 0 w 308759"/>
                <a:gd name="csY0" fmla="*/ 0 h 749511"/>
                <a:gd name="csX1" fmla="*/ 154380 w 308759"/>
                <a:gd name="csY1" fmla="*/ 749511 h 749511"/>
                <a:gd name="csX2" fmla="*/ 308759 w 308759"/>
                <a:gd name="csY2" fmla="*/ 1365 h 749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49511">
                  <a:moveTo>
                    <a:pt x="0" y="0"/>
                  </a:moveTo>
                  <a:cubicBezTo>
                    <a:pt x="51460" y="253340"/>
                    <a:pt x="102920" y="749284"/>
                    <a:pt x="154380" y="749511"/>
                  </a:cubicBezTo>
                  <a:cubicBezTo>
                    <a:pt x="205840" y="749738"/>
                    <a:pt x="257299" y="250747"/>
                    <a:pt x="308759" y="1365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30D0246-6F58-CCD3-EB8D-1EF85F35B964}"/>
                </a:ext>
              </a:extLst>
            </p:cNvPr>
            <p:cNvSpPr/>
            <p:nvPr/>
          </p:nvSpPr>
          <p:spPr>
            <a:xfrm>
              <a:off x="2123089" y="1171905"/>
              <a:ext cx="189187" cy="375990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60026">
                  <a:moveTo>
                    <a:pt x="0" y="0"/>
                  </a:moveTo>
                  <a:cubicBezTo>
                    <a:pt x="51460" y="253340"/>
                    <a:pt x="102920" y="758042"/>
                    <a:pt x="154380" y="760021"/>
                  </a:cubicBezTo>
                  <a:cubicBezTo>
                    <a:pt x="205840" y="762000"/>
                    <a:pt x="257299" y="261258"/>
                    <a:pt x="308759" y="11876"/>
                  </a:cubicBezTo>
                </a:path>
              </a:pathLst>
            </a:cu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1D6FC6E-8FE2-AAD8-3302-45322A7D09EE}"/>
              </a:ext>
            </a:extLst>
          </p:cNvPr>
          <p:cNvGrpSpPr/>
          <p:nvPr/>
        </p:nvGrpSpPr>
        <p:grpSpPr>
          <a:xfrm>
            <a:off x="5701930" y="793125"/>
            <a:ext cx="308759" cy="749511"/>
            <a:chOff x="2061051" y="803632"/>
            <a:chExt cx="308759" cy="749511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36A7C86-CDAA-C749-0278-FCDFFDD5B0FF}"/>
                </a:ext>
              </a:extLst>
            </p:cNvPr>
            <p:cNvSpPr/>
            <p:nvPr/>
          </p:nvSpPr>
          <p:spPr>
            <a:xfrm>
              <a:off x="2061051" y="803632"/>
              <a:ext cx="308759" cy="749511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  <a:gd name="csX0" fmla="*/ 0 w 308759"/>
                <a:gd name="csY0" fmla="*/ 9145 h 769169"/>
                <a:gd name="csX1" fmla="*/ 154380 w 308759"/>
                <a:gd name="csY1" fmla="*/ 769166 h 769169"/>
                <a:gd name="csX2" fmla="*/ 308759 w 308759"/>
                <a:gd name="csY2" fmla="*/ 0 h 769169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5 h 760026"/>
                <a:gd name="csX0" fmla="*/ 0 w 308759"/>
                <a:gd name="csY0" fmla="*/ 0 h 749511"/>
                <a:gd name="csX1" fmla="*/ 154380 w 308759"/>
                <a:gd name="csY1" fmla="*/ 749511 h 749511"/>
                <a:gd name="csX2" fmla="*/ 308759 w 308759"/>
                <a:gd name="csY2" fmla="*/ 1365 h 749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49511">
                  <a:moveTo>
                    <a:pt x="0" y="0"/>
                  </a:moveTo>
                  <a:cubicBezTo>
                    <a:pt x="51460" y="253340"/>
                    <a:pt x="102920" y="749284"/>
                    <a:pt x="154380" y="749511"/>
                  </a:cubicBezTo>
                  <a:cubicBezTo>
                    <a:pt x="205840" y="749738"/>
                    <a:pt x="257299" y="250747"/>
                    <a:pt x="308759" y="1365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75B7E45-CC60-5983-E645-303BE5449314}"/>
                </a:ext>
              </a:extLst>
            </p:cNvPr>
            <p:cNvSpPr/>
            <p:nvPr/>
          </p:nvSpPr>
          <p:spPr>
            <a:xfrm>
              <a:off x="2123089" y="1171905"/>
              <a:ext cx="189187" cy="375990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60026">
                  <a:moveTo>
                    <a:pt x="0" y="0"/>
                  </a:moveTo>
                  <a:cubicBezTo>
                    <a:pt x="51460" y="253340"/>
                    <a:pt x="102920" y="758042"/>
                    <a:pt x="154380" y="760021"/>
                  </a:cubicBezTo>
                  <a:cubicBezTo>
                    <a:pt x="205840" y="762000"/>
                    <a:pt x="257299" y="261258"/>
                    <a:pt x="308759" y="11876"/>
                  </a:cubicBezTo>
                </a:path>
              </a:pathLst>
            </a:cu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E727AF-C50B-DB20-3CEC-9F1E13D35A3E}"/>
              </a:ext>
            </a:extLst>
          </p:cNvPr>
          <p:cNvGrpSpPr/>
          <p:nvPr/>
        </p:nvGrpSpPr>
        <p:grpSpPr>
          <a:xfrm>
            <a:off x="8112620" y="793121"/>
            <a:ext cx="308759" cy="749511"/>
            <a:chOff x="2061051" y="803632"/>
            <a:chExt cx="308759" cy="749511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5E39E94-3C53-49DF-88E1-FB0B0B0EEB5D}"/>
                </a:ext>
              </a:extLst>
            </p:cNvPr>
            <p:cNvSpPr/>
            <p:nvPr/>
          </p:nvSpPr>
          <p:spPr>
            <a:xfrm>
              <a:off x="2061051" y="803632"/>
              <a:ext cx="308759" cy="749511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  <a:gd name="csX0" fmla="*/ 0 w 308759"/>
                <a:gd name="csY0" fmla="*/ 9145 h 769169"/>
                <a:gd name="csX1" fmla="*/ 154380 w 308759"/>
                <a:gd name="csY1" fmla="*/ 769166 h 769169"/>
                <a:gd name="csX2" fmla="*/ 308759 w 308759"/>
                <a:gd name="csY2" fmla="*/ 0 h 769169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5 h 760026"/>
                <a:gd name="csX0" fmla="*/ 0 w 308759"/>
                <a:gd name="csY0" fmla="*/ 0 h 749511"/>
                <a:gd name="csX1" fmla="*/ 154380 w 308759"/>
                <a:gd name="csY1" fmla="*/ 749511 h 749511"/>
                <a:gd name="csX2" fmla="*/ 308759 w 308759"/>
                <a:gd name="csY2" fmla="*/ 1365 h 749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49511">
                  <a:moveTo>
                    <a:pt x="0" y="0"/>
                  </a:moveTo>
                  <a:cubicBezTo>
                    <a:pt x="51460" y="253340"/>
                    <a:pt x="102920" y="749284"/>
                    <a:pt x="154380" y="749511"/>
                  </a:cubicBezTo>
                  <a:cubicBezTo>
                    <a:pt x="205840" y="749738"/>
                    <a:pt x="257299" y="250747"/>
                    <a:pt x="308759" y="1365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6B3EC1D-65E6-60E8-39CB-F3EB26186ECA}"/>
                </a:ext>
              </a:extLst>
            </p:cNvPr>
            <p:cNvSpPr/>
            <p:nvPr/>
          </p:nvSpPr>
          <p:spPr>
            <a:xfrm>
              <a:off x="2123089" y="1171905"/>
              <a:ext cx="189187" cy="375990"/>
            </a:xfrm>
            <a:custGeom>
              <a:avLst/>
              <a:gdLst>
                <a:gd name="csX0" fmla="*/ 0 w 308759"/>
                <a:gd name="csY0" fmla="*/ 0 h 760021"/>
                <a:gd name="csX1" fmla="*/ 154380 w 308759"/>
                <a:gd name="csY1" fmla="*/ 760021 h 760021"/>
                <a:gd name="csX2" fmla="*/ 308759 w 308759"/>
                <a:gd name="csY2" fmla="*/ 11876 h 760021"/>
                <a:gd name="csX0" fmla="*/ 0 w 308759"/>
                <a:gd name="csY0" fmla="*/ 0 h 760026"/>
                <a:gd name="csX1" fmla="*/ 154380 w 308759"/>
                <a:gd name="csY1" fmla="*/ 760021 h 760026"/>
                <a:gd name="csX2" fmla="*/ 308759 w 308759"/>
                <a:gd name="csY2" fmla="*/ 11876 h 7600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8759" h="760026">
                  <a:moveTo>
                    <a:pt x="0" y="0"/>
                  </a:moveTo>
                  <a:cubicBezTo>
                    <a:pt x="51460" y="253340"/>
                    <a:pt x="102920" y="758042"/>
                    <a:pt x="154380" y="760021"/>
                  </a:cubicBezTo>
                  <a:cubicBezTo>
                    <a:pt x="205840" y="762000"/>
                    <a:pt x="257299" y="261258"/>
                    <a:pt x="308759" y="11876"/>
                  </a:cubicBezTo>
                </a:path>
              </a:pathLst>
            </a:cu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Freeform 23">
            <a:extLst>
              <a:ext uri="{FF2B5EF4-FFF2-40B4-BE49-F238E27FC236}">
                <a16:creationId xmlns:a16="http://schemas.microsoft.com/office/drawing/2014/main" id="{6283EE82-2A58-228B-D6BC-BA2F95C55063}"/>
              </a:ext>
            </a:extLst>
          </p:cNvPr>
          <p:cNvSpPr/>
          <p:nvPr/>
        </p:nvSpPr>
        <p:spPr>
          <a:xfrm>
            <a:off x="13855" y="1026177"/>
            <a:ext cx="9132495" cy="2229639"/>
          </a:xfrm>
          <a:custGeom>
            <a:avLst/>
            <a:gdLst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422072 w 9185563"/>
              <a:gd name="csY3" fmla="*/ 152400 h 2244436"/>
              <a:gd name="csX4" fmla="*/ 3588327 w 9185563"/>
              <a:gd name="csY4" fmla="*/ 180109 h 2244436"/>
              <a:gd name="csX5" fmla="*/ 5791200 w 9185563"/>
              <a:gd name="csY5" fmla="*/ 166254 h 2244436"/>
              <a:gd name="csX6" fmla="*/ 5957454 w 9185563"/>
              <a:gd name="csY6" fmla="*/ 180109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422072 w 9185563"/>
              <a:gd name="csY3" fmla="*/ 152400 h 2244436"/>
              <a:gd name="csX4" fmla="*/ 3543423 w 9185563"/>
              <a:gd name="csY4" fmla="*/ 114794 h 2244436"/>
              <a:gd name="csX5" fmla="*/ 5791200 w 9185563"/>
              <a:gd name="csY5" fmla="*/ 166254 h 2244436"/>
              <a:gd name="csX6" fmla="*/ 5957454 w 9185563"/>
              <a:gd name="csY6" fmla="*/ 180109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9004 w 9185563"/>
              <a:gd name="csY3" fmla="*/ 127908 h 2244436"/>
              <a:gd name="csX4" fmla="*/ 3543423 w 9185563"/>
              <a:gd name="csY4" fmla="*/ 114794 h 2244436"/>
              <a:gd name="csX5" fmla="*/ 5791200 w 9185563"/>
              <a:gd name="csY5" fmla="*/ 166254 h 2244436"/>
              <a:gd name="csX6" fmla="*/ 5957454 w 9185563"/>
              <a:gd name="csY6" fmla="*/ 180109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91200 w 9185563"/>
              <a:gd name="csY5" fmla="*/ 166254 h 2244436"/>
              <a:gd name="csX6" fmla="*/ 5957454 w 9185563"/>
              <a:gd name="csY6" fmla="*/ 180109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58543 w 9185563"/>
              <a:gd name="csY5" fmla="*/ 129515 h 2244436"/>
              <a:gd name="csX6" fmla="*/ 5957454 w 9185563"/>
              <a:gd name="csY6" fmla="*/ 180109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58543 w 9185563"/>
              <a:gd name="csY5" fmla="*/ 129515 h 2244436"/>
              <a:gd name="csX6" fmla="*/ 5945207 w 9185563"/>
              <a:gd name="csY6" fmla="*/ 131124 h 2244436"/>
              <a:gd name="csX7" fmla="*/ 8201890 w 9185563"/>
              <a:gd name="csY7" fmla="*/ 152400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58543 w 9185563"/>
              <a:gd name="csY5" fmla="*/ 129515 h 2244436"/>
              <a:gd name="csX6" fmla="*/ 5945207 w 9185563"/>
              <a:gd name="csY6" fmla="*/ 131124 h 2244436"/>
              <a:gd name="csX7" fmla="*/ 8169233 w 9185563"/>
              <a:gd name="csY7" fmla="*/ 127908 h 2244436"/>
              <a:gd name="csX8" fmla="*/ 8354290 w 9185563"/>
              <a:gd name="csY8" fmla="*/ 166254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58543 w 9185563"/>
              <a:gd name="csY5" fmla="*/ 129515 h 2244436"/>
              <a:gd name="csX6" fmla="*/ 5945207 w 9185563"/>
              <a:gd name="csY6" fmla="*/ 131124 h 2244436"/>
              <a:gd name="csX7" fmla="*/ 8169233 w 9185563"/>
              <a:gd name="csY7" fmla="*/ 127908 h 2244436"/>
              <a:gd name="csX8" fmla="*/ 8350208 w 9185563"/>
              <a:gd name="csY8" fmla="*/ 125433 h 2244436"/>
              <a:gd name="csX9" fmla="*/ 9185563 w 9185563"/>
              <a:gd name="csY9" fmla="*/ 83127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85563"/>
              <a:gd name="csY0" fmla="*/ 0 h 2244436"/>
              <a:gd name="csX1" fmla="*/ 1066800 w 9185563"/>
              <a:gd name="csY1" fmla="*/ 193964 h 2244436"/>
              <a:gd name="csX2" fmla="*/ 1233054 w 9185563"/>
              <a:gd name="csY2" fmla="*/ 166254 h 2244436"/>
              <a:gd name="csX3" fmla="*/ 3360840 w 9185563"/>
              <a:gd name="csY3" fmla="*/ 115661 h 2244436"/>
              <a:gd name="csX4" fmla="*/ 3543423 w 9185563"/>
              <a:gd name="csY4" fmla="*/ 114794 h 2244436"/>
              <a:gd name="csX5" fmla="*/ 5758543 w 9185563"/>
              <a:gd name="csY5" fmla="*/ 129515 h 2244436"/>
              <a:gd name="csX6" fmla="*/ 5945207 w 9185563"/>
              <a:gd name="csY6" fmla="*/ 131124 h 2244436"/>
              <a:gd name="csX7" fmla="*/ 8169233 w 9185563"/>
              <a:gd name="csY7" fmla="*/ 127908 h 2244436"/>
              <a:gd name="csX8" fmla="*/ 8350208 w 9185563"/>
              <a:gd name="csY8" fmla="*/ 125433 h 2244436"/>
              <a:gd name="csX9" fmla="*/ 9132495 w 9185563"/>
              <a:gd name="csY9" fmla="*/ 87209 h 2244436"/>
              <a:gd name="csX10" fmla="*/ 9185563 w 9185563"/>
              <a:gd name="csY10" fmla="*/ 2244436 h 2244436"/>
              <a:gd name="csX11" fmla="*/ 0 w 9185563"/>
              <a:gd name="csY11" fmla="*/ 2216727 h 2244436"/>
              <a:gd name="csX12" fmla="*/ 0 w 9185563"/>
              <a:gd name="csY12" fmla="*/ 0 h 2244436"/>
              <a:gd name="csX0" fmla="*/ 0 w 9132495"/>
              <a:gd name="csY0" fmla="*/ 0 h 2216727"/>
              <a:gd name="csX1" fmla="*/ 1066800 w 9132495"/>
              <a:gd name="csY1" fmla="*/ 193964 h 2216727"/>
              <a:gd name="csX2" fmla="*/ 1233054 w 9132495"/>
              <a:gd name="csY2" fmla="*/ 16625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66800 w 9132495"/>
              <a:gd name="csY1" fmla="*/ 193964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38225 w 9132495"/>
              <a:gd name="csY1" fmla="*/ 136814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17814 w 9132495"/>
              <a:gd name="csY1" fmla="*/ 124568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17814 w 9132495"/>
              <a:gd name="csY1" fmla="*/ 124568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17814 w 9132495"/>
              <a:gd name="csY1" fmla="*/ 124568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0 h 2216727"/>
              <a:gd name="csX1" fmla="*/ 1017814 w 9132495"/>
              <a:gd name="csY1" fmla="*/ 124568 h 2216727"/>
              <a:gd name="csX2" fmla="*/ 1216726 w 9132495"/>
              <a:gd name="csY2" fmla="*/ 129514 h 2216727"/>
              <a:gd name="csX3" fmla="*/ 3360840 w 9132495"/>
              <a:gd name="csY3" fmla="*/ 115661 h 2216727"/>
              <a:gd name="csX4" fmla="*/ 3543423 w 9132495"/>
              <a:gd name="csY4" fmla="*/ 114794 h 2216727"/>
              <a:gd name="csX5" fmla="*/ 5758543 w 9132495"/>
              <a:gd name="csY5" fmla="*/ 129515 h 2216727"/>
              <a:gd name="csX6" fmla="*/ 5945207 w 9132495"/>
              <a:gd name="csY6" fmla="*/ 131124 h 2216727"/>
              <a:gd name="csX7" fmla="*/ 8169233 w 9132495"/>
              <a:gd name="csY7" fmla="*/ 127908 h 2216727"/>
              <a:gd name="csX8" fmla="*/ 8350208 w 9132495"/>
              <a:gd name="csY8" fmla="*/ 125433 h 2216727"/>
              <a:gd name="csX9" fmla="*/ 9132495 w 9132495"/>
              <a:gd name="csY9" fmla="*/ 87209 h 2216727"/>
              <a:gd name="csX10" fmla="*/ 9128413 w 9132495"/>
              <a:gd name="csY10" fmla="*/ 2207697 h 2216727"/>
              <a:gd name="csX11" fmla="*/ 0 w 9132495"/>
              <a:gd name="csY11" fmla="*/ 2216727 h 2216727"/>
              <a:gd name="csX12" fmla="*/ 0 w 9132495"/>
              <a:gd name="csY12" fmla="*/ 0 h 2216727"/>
              <a:gd name="csX0" fmla="*/ 0 w 9132495"/>
              <a:gd name="csY0" fmla="*/ 4609 h 2221336"/>
              <a:gd name="csX1" fmla="*/ 1017814 w 9132495"/>
              <a:gd name="csY1" fmla="*/ 129177 h 2221336"/>
              <a:gd name="csX2" fmla="*/ 1216726 w 9132495"/>
              <a:gd name="csY2" fmla="*/ 134123 h 2221336"/>
              <a:gd name="csX3" fmla="*/ 3360840 w 9132495"/>
              <a:gd name="csY3" fmla="*/ 120270 h 2221336"/>
              <a:gd name="csX4" fmla="*/ 3543423 w 9132495"/>
              <a:gd name="csY4" fmla="*/ 119403 h 2221336"/>
              <a:gd name="csX5" fmla="*/ 5758543 w 9132495"/>
              <a:gd name="csY5" fmla="*/ 134124 h 2221336"/>
              <a:gd name="csX6" fmla="*/ 5945207 w 9132495"/>
              <a:gd name="csY6" fmla="*/ 135733 h 2221336"/>
              <a:gd name="csX7" fmla="*/ 8169233 w 9132495"/>
              <a:gd name="csY7" fmla="*/ 132517 h 2221336"/>
              <a:gd name="csX8" fmla="*/ 8350208 w 9132495"/>
              <a:gd name="csY8" fmla="*/ 130042 h 2221336"/>
              <a:gd name="csX9" fmla="*/ 9132495 w 9132495"/>
              <a:gd name="csY9" fmla="*/ 91818 h 2221336"/>
              <a:gd name="csX10" fmla="*/ 9128413 w 9132495"/>
              <a:gd name="csY10" fmla="*/ 2212306 h 2221336"/>
              <a:gd name="csX11" fmla="*/ 0 w 9132495"/>
              <a:gd name="csY11" fmla="*/ 2221336 h 2221336"/>
              <a:gd name="csX12" fmla="*/ 0 w 9132495"/>
              <a:gd name="csY12" fmla="*/ 4609 h 2221336"/>
              <a:gd name="csX0" fmla="*/ 0 w 9132495"/>
              <a:gd name="csY0" fmla="*/ 4609 h 2221336"/>
              <a:gd name="csX1" fmla="*/ 1017814 w 9132495"/>
              <a:gd name="csY1" fmla="*/ 129177 h 2221336"/>
              <a:gd name="csX2" fmla="*/ 1216726 w 9132495"/>
              <a:gd name="csY2" fmla="*/ 134123 h 2221336"/>
              <a:gd name="csX3" fmla="*/ 3360840 w 9132495"/>
              <a:gd name="csY3" fmla="*/ 120270 h 2221336"/>
              <a:gd name="csX4" fmla="*/ 3543423 w 9132495"/>
              <a:gd name="csY4" fmla="*/ 119403 h 2221336"/>
              <a:gd name="csX5" fmla="*/ 5758543 w 9132495"/>
              <a:gd name="csY5" fmla="*/ 134124 h 2221336"/>
              <a:gd name="csX6" fmla="*/ 5945207 w 9132495"/>
              <a:gd name="csY6" fmla="*/ 135733 h 2221336"/>
              <a:gd name="csX7" fmla="*/ 8169233 w 9132495"/>
              <a:gd name="csY7" fmla="*/ 132517 h 2221336"/>
              <a:gd name="csX8" fmla="*/ 8350208 w 9132495"/>
              <a:gd name="csY8" fmla="*/ 130042 h 2221336"/>
              <a:gd name="csX9" fmla="*/ 9132495 w 9132495"/>
              <a:gd name="csY9" fmla="*/ 91818 h 2221336"/>
              <a:gd name="csX10" fmla="*/ 9128413 w 9132495"/>
              <a:gd name="csY10" fmla="*/ 2212306 h 2221336"/>
              <a:gd name="csX11" fmla="*/ 0 w 9132495"/>
              <a:gd name="csY11" fmla="*/ 2221336 h 2221336"/>
              <a:gd name="csX12" fmla="*/ 0 w 9132495"/>
              <a:gd name="csY12" fmla="*/ 4609 h 2221336"/>
              <a:gd name="csX0" fmla="*/ 0 w 9132495"/>
              <a:gd name="csY0" fmla="*/ 4609 h 2221336"/>
              <a:gd name="csX1" fmla="*/ 1017814 w 9132495"/>
              <a:gd name="csY1" fmla="*/ 129177 h 2221336"/>
              <a:gd name="csX2" fmla="*/ 1216726 w 9132495"/>
              <a:gd name="csY2" fmla="*/ 134123 h 2221336"/>
              <a:gd name="csX3" fmla="*/ 3360840 w 9132495"/>
              <a:gd name="csY3" fmla="*/ 120270 h 2221336"/>
              <a:gd name="csX4" fmla="*/ 3543423 w 9132495"/>
              <a:gd name="csY4" fmla="*/ 119403 h 2221336"/>
              <a:gd name="csX5" fmla="*/ 5758543 w 9132495"/>
              <a:gd name="csY5" fmla="*/ 134124 h 2221336"/>
              <a:gd name="csX6" fmla="*/ 5945207 w 9132495"/>
              <a:gd name="csY6" fmla="*/ 135733 h 2221336"/>
              <a:gd name="csX7" fmla="*/ 8169233 w 9132495"/>
              <a:gd name="csY7" fmla="*/ 132517 h 2221336"/>
              <a:gd name="csX8" fmla="*/ 8350208 w 9132495"/>
              <a:gd name="csY8" fmla="*/ 130042 h 2221336"/>
              <a:gd name="csX9" fmla="*/ 9132495 w 9132495"/>
              <a:gd name="csY9" fmla="*/ 91818 h 2221336"/>
              <a:gd name="csX10" fmla="*/ 9128413 w 9132495"/>
              <a:gd name="csY10" fmla="*/ 2212306 h 2221336"/>
              <a:gd name="csX11" fmla="*/ 0 w 9132495"/>
              <a:gd name="csY11" fmla="*/ 2221336 h 2221336"/>
              <a:gd name="csX12" fmla="*/ 0 w 9132495"/>
              <a:gd name="csY12" fmla="*/ 4609 h 2221336"/>
              <a:gd name="csX0" fmla="*/ 0 w 9132495"/>
              <a:gd name="csY0" fmla="*/ 4609 h 2221336"/>
              <a:gd name="csX1" fmla="*/ 1017814 w 9132495"/>
              <a:gd name="csY1" fmla="*/ 129177 h 2221336"/>
              <a:gd name="csX2" fmla="*/ 1216726 w 9132495"/>
              <a:gd name="csY2" fmla="*/ 134123 h 2221336"/>
              <a:gd name="csX3" fmla="*/ 3360840 w 9132495"/>
              <a:gd name="csY3" fmla="*/ 120270 h 2221336"/>
              <a:gd name="csX4" fmla="*/ 3543423 w 9132495"/>
              <a:gd name="csY4" fmla="*/ 119403 h 2221336"/>
              <a:gd name="csX5" fmla="*/ 5758543 w 9132495"/>
              <a:gd name="csY5" fmla="*/ 134124 h 2221336"/>
              <a:gd name="csX6" fmla="*/ 5945207 w 9132495"/>
              <a:gd name="csY6" fmla="*/ 135733 h 2221336"/>
              <a:gd name="csX7" fmla="*/ 8169233 w 9132495"/>
              <a:gd name="csY7" fmla="*/ 132517 h 2221336"/>
              <a:gd name="csX8" fmla="*/ 8350208 w 9132495"/>
              <a:gd name="csY8" fmla="*/ 130042 h 2221336"/>
              <a:gd name="csX9" fmla="*/ 9132495 w 9132495"/>
              <a:gd name="csY9" fmla="*/ 91818 h 2221336"/>
              <a:gd name="csX10" fmla="*/ 9128413 w 9132495"/>
              <a:gd name="csY10" fmla="*/ 2212306 h 2221336"/>
              <a:gd name="csX11" fmla="*/ 0 w 9132495"/>
              <a:gd name="csY11" fmla="*/ 2221336 h 2221336"/>
              <a:gd name="csX12" fmla="*/ 0 w 9132495"/>
              <a:gd name="csY12" fmla="*/ 4609 h 2221336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100121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100121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67464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67464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67464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  <a:gd name="csX0" fmla="*/ 0 w 9132495"/>
              <a:gd name="csY0" fmla="*/ 12912 h 2229639"/>
              <a:gd name="csX1" fmla="*/ 1017814 w 9132495"/>
              <a:gd name="csY1" fmla="*/ 137480 h 2229639"/>
              <a:gd name="csX2" fmla="*/ 1216726 w 9132495"/>
              <a:gd name="csY2" fmla="*/ 142426 h 2229639"/>
              <a:gd name="csX3" fmla="*/ 3360840 w 9132495"/>
              <a:gd name="csY3" fmla="*/ 128573 h 2229639"/>
              <a:gd name="csX4" fmla="*/ 3543423 w 9132495"/>
              <a:gd name="csY4" fmla="*/ 127706 h 2229639"/>
              <a:gd name="csX5" fmla="*/ 5758543 w 9132495"/>
              <a:gd name="csY5" fmla="*/ 142427 h 2229639"/>
              <a:gd name="csX6" fmla="*/ 5945207 w 9132495"/>
              <a:gd name="csY6" fmla="*/ 144036 h 2229639"/>
              <a:gd name="csX7" fmla="*/ 8169233 w 9132495"/>
              <a:gd name="csY7" fmla="*/ 140820 h 2229639"/>
              <a:gd name="csX8" fmla="*/ 8350208 w 9132495"/>
              <a:gd name="csY8" fmla="*/ 138345 h 2229639"/>
              <a:gd name="csX9" fmla="*/ 9132495 w 9132495"/>
              <a:gd name="csY9" fmla="*/ 67464 h 2229639"/>
              <a:gd name="csX10" fmla="*/ 9128413 w 9132495"/>
              <a:gd name="csY10" fmla="*/ 2220609 h 2229639"/>
              <a:gd name="csX11" fmla="*/ 0 w 9132495"/>
              <a:gd name="csY11" fmla="*/ 2229639 h 2229639"/>
              <a:gd name="csX12" fmla="*/ 0 w 9132495"/>
              <a:gd name="csY12" fmla="*/ 12912 h 2229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9132495" h="2229639">
                <a:moveTo>
                  <a:pt x="0" y="12912"/>
                </a:moveTo>
                <a:cubicBezTo>
                  <a:pt x="351517" y="25860"/>
                  <a:pt x="572407" y="2067"/>
                  <a:pt x="1017814" y="137480"/>
                </a:cubicBezTo>
                <a:lnTo>
                  <a:pt x="1216726" y="142426"/>
                </a:lnTo>
                <a:cubicBezTo>
                  <a:pt x="1788556" y="-29559"/>
                  <a:pt x="2482849" y="-38259"/>
                  <a:pt x="3360840" y="128573"/>
                </a:cubicBezTo>
                <a:lnTo>
                  <a:pt x="3543423" y="127706"/>
                </a:lnTo>
                <a:cubicBezTo>
                  <a:pt x="4294043" y="-42919"/>
                  <a:pt x="5016088" y="6891"/>
                  <a:pt x="5758543" y="142427"/>
                </a:cubicBezTo>
                <a:lnTo>
                  <a:pt x="5945207" y="144036"/>
                </a:lnTo>
                <a:cubicBezTo>
                  <a:pt x="6649809" y="-57061"/>
                  <a:pt x="7423809" y="-37722"/>
                  <a:pt x="8169233" y="140820"/>
                </a:cubicBezTo>
                <a:lnTo>
                  <a:pt x="8350208" y="138345"/>
                </a:lnTo>
                <a:cubicBezTo>
                  <a:pt x="8766091" y="56207"/>
                  <a:pt x="8871733" y="80205"/>
                  <a:pt x="9132495" y="67464"/>
                </a:cubicBezTo>
                <a:cubicBezTo>
                  <a:pt x="9131134" y="774293"/>
                  <a:pt x="9129774" y="1513780"/>
                  <a:pt x="9128413" y="2220609"/>
                </a:cubicBezTo>
                <a:lnTo>
                  <a:pt x="0" y="2229639"/>
                </a:lnTo>
                <a:lnTo>
                  <a:pt x="0" y="12912"/>
                </a:lnTo>
                <a:close/>
              </a:path>
            </a:pathLst>
          </a:custGeom>
          <a:solidFill>
            <a:schemeClr val="accent1">
              <a:alpha val="3072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48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112DA1-6731-BE2E-374A-677C567D25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De Laat 1980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14B9CB0-2DAF-AE40-E25D-AB4682397C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Onverzadigde</a:t>
            </a:r>
            <a:r>
              <a:rPr lang="en-US" dirty="0"/>
              <a:t> zone</a:t>
            </a:r>
          </a:p>
        </p:txBody>
      </p:sp>
    </p:spTree>
    <p:extLst>
      <p:ext uri="{BB962C8B-B14F-4D97-AF65-F5344CB8AC3E}">
        <p14:creationId xmlns:p14="http://schemas.microsoft.com/office/powerpoint/2010/main" val="511724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1C86444-71FE-EF45-D281-DCDC5948EAF2}"/>
              </a:ext>
            </a:extLst>
          </p:cNvPr>
          <p:cNvSpPr/>
          <p:nvPr/>
        </p:nvSpPr>
        <p:spPr>
          <a:xfrm>
            <a:off x="3170713" y="593766"/>
            <a:ext cx="2956956" cy="552202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3D99080D-895A-779D-B2B4-B2E6B5EB891F}"/>
              </a:ext>
            </a:extLst>
          </p:cNvPr>
          <p:cNvSpPr/>
          <p:nvPr/>
        </p:nvSpPr>
        <p:spPr>
          <a:xfrm>
            <a:off x="3135086" y="1226140"/>
            <a:ext cx="2826327" cy="4877777"/>
          </a:xfrm>
          <a:custGeom>
            <a:avLst/>
            <a:gdLst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07522 w 2826327"/>
              <a:gd name="connsiteY1" fmla="*/ 486889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23020 w 2826327"/>
              <a:gd name="connsiteY1" fmla="*/ 556632 h 4916385"/>
              <a:gd name="connsiteX2" fmla="*/ 1080654 w 2826327"/>
              <a:gd name="connsiteY2" fmla="*/ 1365663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23020 w 2826327"/>
              <a:gd name="connsiteY1" fmla="*/ 556632 h 4916385"/>
              <a:gd name="connsiteX2" fmla="*/ 1072905 w 2826327"/>
              <a:gd name="connsiteY2" fmla="*/ 1381161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23020 w 2826327"/>
              <a:gd name="connsiteY1" fmla="*/ 556632 h 4916385"/>
              <a:gd name="connsiteX2" fmla="*/ 1072905 w 2826327"/>
              <a:gd name="connsiteY2" fmla="*/ 1381161 h 4916385"/>
              <a:gd name="connsiteX3" fmla="*/ 1211283 w 2826327"/>
              <a:gd name="connsiteY3" fmla="*/ 2636323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0 h 4916385"/>
              <a:gd name="connsiteX1" fmla="*/ 823020 w 2826327"/>
              <a:gd name="connsiteY1" fmla="*/ 556632 h 4916385"/>
              <a:gd name="connsiteX2" fmla="*/ 1072905 w 2826327"/>
              <a:gd name="connsiteY2" fmla="*/ 1381161 h 4916385"/>
              <a:gd name="connsiteX3" fmla="*/ 1234530 w 2826327"/>
              <a:gd name="connsiteY3" fmla="*/ 2620825 h 4916385"/>
              <a:gd name="connsiteX4" fmla="*/ 1781298 w 2826327"/>
              <a:gd name="connsiteY4" fmla="*/ 3455720 h 4916385"/>
              <a:gd name="connsiteX5" fmla="*/ 2826327 w 2826327"/>
              <a:gd name="connsiteY5" fmla="*/ 4916385 h 4916385"/>
              <a:gd name="connsiteX0" fmla="*/ 0 w 2826327"/>
              <a:gd name="connsiteY0" fmla="*/ 147 h 4916532"/>
              <a:gd name="connsiteX1" fmla="*/ 823020 w 2826327"/>
              <a:gd name="connsiteY1" fmla="*/ 556779 h 4916532"/>
              <a:gd name="connsiteX2" fmla="*/ 1072905 w 2826327"/>
              <a:gd name="connsiteY2" fmla="*/ 1381308 h 4916532"/>
              <a:gd name="connsiteX3" fmla="*/ 1234530 w 2826327"/>
              <a:gd name="connsiteY3" fmla="*/ 2620972 h 4916532"/>
              <a:gd name="connsiteX4" fmla="*/ 1781298 w 2826327"/>
              <a:gd name="connsiteY4" fmla="*/ 3455867 h 4916532"/>
              <a:gd name="connsiteX5" fmla="*/ 2826327 w 2826327"/>
              <a:gd name="connsiteY5" fmla="*/ 4916532 h 4916532"/>
              <a:gd name="connsiteX0" fmla="*/ 0 w 2826327"/>
              <a:gd name="connsiteY0" fmla="*/ 163 h 4877802"/>
              <a:gd name="connsiteX1" fmla="*/ 823020 w 2826327"/>
              <a:gd name="connsiteY1" fmla="*/ 518049 h 4877802"/>
              <a:gd name="connsiteX2" fmla="*/ 1072905 w 2826327"/>
              <a:gd name="connsiteY2" fmla="*/ 1342578 h 4877802"/>
              <a:gd name="connsiteX3" fmla="*/ 1234530 w 2826327"/>
              <a:gd name="connsiteY3" fmla="*/ 2582242 h 4877802"/>
              <a:gd name="connsiteX4" fmla="*/ 1781298 w 2826327"/>
              <a:gd name="connsiteY4" fmla="*/ 3417137 h 4877802"/>
              <a:gd name="connsiteX5" fmla="*/ 2826327 w 2826327"/>
              <a:gd name="connsiteY5" fmla="*/ 4877802 h 4877802"/>
              <a:gd name="connsiteX0" fmla="*/ 0 w 2826327"/>
              <a:gd name="connsiteY0" fmla="*/ 185 h 4877824"/>
              <a:gd name="connsiteX1" fmla="*/ 823020 w 2826327"/>
              <a:gd name="connsiteY1" fmla="*/ 518071 h 4877824"/>
              <a:gd name="connsiteX2" fmla="*/ 1072905 w 2826327"/>
              <a:gd name="connsiteY2" fmla="*/ 1342600 h 4877824"/>
              <a:gd name="connsiteX3" fmla="*/ 1234530 w 2826327"/>
              <a:gd name="connsiteY3" fmla="*/ 2582264 h 4877824"/>
              <a:gd name="connsiteX4" fmla="*/ 1781298 w 2826327"/>
              <a:gd name="connsiteY4" fmla="*/ 3417159 h 4877824"/>
              <a:gd name="connsiteX5" fmla="*/ 2826327 w 2826327"/>
              <a:gd name="connsiteY5" fmla="*/ 4877824 h 4877824"/>
              <a:gd name="connsiteX0" fmla="*/ 0 w 2826327"/>
              <a:gd name="connsiteY0" fmla="*/ 142 h 4877781"/>
              <a:gd name="connsiteX1" fmla="*/ 854017 w 2826327"/>
              <a:gd name="connsiteY1" fmla="*/ 603269 h 4877781"/>
              <a:gd name="connsiteX2" fmla="*/ 1072905 w 2826327"/>
              <a:gd name="connsiteY2" fmla="*/ 1342557 h 4877781"/>
              <a:gd name="connsiteX3" fmla="*/ 1234530 w 2826327"/>
              <a:gd name="connsiteY3" fmla="*/ 2582221 h 4877781"/>
              <a:gd name="connsiteX4" fmla="*/ 1781298 w 2826327"/>
              <a:gd name="connsiteY4" fmla="*/ 3417116 h 4877781"/>
              <a:gd name="connsiteX5" fmla="*/ 2826327 w 2826327"/>
              <a:gd name="connsiteY5" fmla="*/ 4877781 h 4877781"/>
              <a:gd name="connsiteX0" fmla="*/ 0 w 2826327"/>
              <a:gd name="connsiteY0" fmla="*/ 138 h 4877777"/>
              <a:gd name="connsiteX1" fmla="*/ 854017 w 2826327"/>
              <a:gd name="connsiteY1" fmla="*/ 603265 h 4877777"/>
              <a:gd name="connsiteX2" fmla="*/ 1072905 w 2826327"/>
              <a:gd name="connsiteY2" fmla="*/ 1342553 h 4877777"/>
              <a:gd name="connsiteX3" fmla="*/ 1234530 w 2826327"/>
              <a:gd name="connsiteY3" fmla="*/ 2582217 h 4877777"/>
              <a:gd name="connsiteX4" fmla="*/ 1781298 w 2826327"/>
              <a:gd name="connsiteY4" fmla="*/ 3417112 h 4877777"/>
              <a:gd name="connsiteX5" fmla="*/ 2826327 w 2826327"/>
              <a:gd name="connsiteY5" fmla="*/ 4877777 h 4877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26327" h="4877777">
                <a:moveTo>
                  <a:pt x="0" y="138"/>
                </a:moveTo>
                <a:cubicBezTo>
                  <a:pt x="656632" y="-8048"/>
                  <a:pt x="752495" y="352358"/>
                  <a:pt x="854017" y="603265"/>
                </a:cubicBezTo>
                <a:cubicBezTo>
                  <a:pt x="955539" y="854172"/>
                  <a:pt x="1009486" y="1012728"/>
                  <a:pt x="1072905" y="1342553"/>
                </a:cubicBezTo>
                <a:cubicBezTo>
                  <a:pt x="1136324" y="1672378"/>
                  <a:pt x="1178458" y="2391440"/>
                  <a:pt x="1234530" y="2582217"/>
                </a:cubicBezTo>
                <a:cubicBezTo>
                  <a:pt x="1290602" y="2772994"/>
                  <a:pt x="1515999" y="3034519"/>
                  <a:pt x="1781298" y="3417112"/>
                </a:cubicBezTo>
                <a:cubicBezTo>
                  <a:pt x="2046597" y="3799705"/>
                  <a:pt x="2477984" y="4390889"/>
                  <a:pt x="2826327" y="4877777"/>
                </a:cubicBezTo>
              </a:path>
            </a:pathLst>
          </a:cu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E3E6063-6826-7261-9EA0-F38D8945795D}"/>
              </a:ext>
            </a:extLst>
          </p:cNvPr>
          <p:cNvGrpSpPr/>
          <p:nvPr/>
        </p:nvGrpSpPr>
        <p:grpSpPr>
          <a:xfrm>
            <a:off x="3719593" y="593766"/>
            <a:ext cx="1844299" cy="5628804"/>
            <a:chOff x="3719593" y="1100380"/>
            <a:chExt cx="1844299" cy="512219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A5A7998-6B61-BECB-9410-BAE17D3D8CE6}"/>
                </a:ext>
              </a:extLst>
            </p:cNvPr>
            <p:cNvCxnSpPr>
              <a:cxnSpLocks/>
            </p:cNvCxnSpPr>
            <p:nvPr/>
          </p:nvCxnSpPr>
          <p:spPr>
            <a:xfrm>
              <a:off x="3719593" y="1100380"/>
              <a:ext cx="0" cy="512219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4E055E8-31C1-5A17-770B-98DCCB9DB904}"/>
                </a:ext>
              </a:extLst>
            </p:cNvPr>
            <p:cNvCxnSpPr>
              <a:cxnSpLocks/>
            </p:cNvCxnSpPr>
            <p:nvPr/>
          </p:nvCxnSpPr>
          <p:spPr>
            <a:xfrm>
              <a:off x="4329193" y="1100380"/>
              <a:ext cx="0" cy="512219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A524C62-D05D-58C0-6926-D5AE8F897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38793" y="1100380"/>
              <a:ext cx="0" cy="512219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D35FA25-5104-CBFB-ABE8-C4057E2383F7}"/>
                </a:ext>
              </a:extLst>
            </p:cNvPr>
            <p:cNvCxnSpPr>
              <a:cxnSpLocks/>
            </p:cNvCxnSpPr>
            <p:nvPr/>
          </p:nvCxnSpPr>
          <p:spPr>
            <a:xfrm>
              <a:off x="5563892" y="1100380"/>
              <a:ext cx="0" cy="512219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AFE8D66-AE74-963D-476B-23354A6F5C36}"/>
              </a:ext>
            </a:extLst>
          </p:cNvPr>
          <p:cNvCxnSpPr>
            <a:cxnSpLocks/>
          </p:cNvCxnSpPr>
          <p:nvPr/>
        </p:nvCxnSpPr>
        <p:spPr>
          <a:xfrm>
            <a:off x="3051874" y="1202889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43684C0-D435-B6E8-311F-AC34298BD26E}"/>
              </a:ext>
            </a:extLst>
          </p:cNvPr>
          <p:cNvCxnSpPr>
            <a:cxnSpLocks/>
          </p:cNvCxnSpPr>
          <p:nvPr/>
        </p:nvCxnSpPr>
        <p:spPr>
          <a:xfrm>
            <a:off x="3103535" y="1804740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85900A7-9F92-69AE-0B5C-3A4F3BAC7E56}"/>
              </a:ext>
            </a:extLst>
          </p:cNvPr>
          <p:cNvCxnSpPr>
            <a:cxnSpLocks/>
          </p:cNvCxnSpPr>
          <p:nvPr/>
        </p:nvCxnSpPr>
        <p:spPr>
          <a:xfrm>
            <a:off x="3064789" y="2406591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317CFC-98FF-0E47-40BA-9982305228BC}"/>
              </a:ext>
            </a:extLst>
          </p:cNvPr>
          <p:cNvCxnSpPr>
            <a:cxnSpLocks/>
          </p:cNvCxnSpPr>
          <p:nvPr/>
        </p:nvCxnSpPr>
        <p:spPr>
          <a:xfrm>
            <a:off x="3064789" y="3039438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281AA-B258-DC91-CB5C-D47FFD67C53A}"/>
              </a:ext>
            </a:extLst>
          </p:cNvPr>
          <p:cNvCxnSpPr>
            <a:cxnSpLocks/>
          </p:cNvCxnSpPr>
          <p:nvPr/>
        </p:nvCxnSpPr>
        <p:spPr>
          <a:xfrm>
            <a:off x="3051874" y="3641288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615146-716B-A8B0-2348-DC00C84711F5}"/>
              </a:ext>
            </a:extLst>
          </p:cNvPr>
          <p:cNvCxnSpPr>
            <a:cxnSpLocks/>
          </p:cNvCxnSpPr>
          <p:nvPr/>
        </p:nvCxnSpPr>
        <p:spPr>
          <a:xfrm>
            <a:off x="3034102" y="4250888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FAD66E-7E54-5048-61A3-58E27CB37E6B}"/>
              </a:ext>
            </a:extLst>
          </p:cNvPr>
          <p:cNvCxnSpPr>
            <a:cxnSpLocks/>
          </p:cNvCxnSpPr>
          <p:nvPr/>
        </p:nvCxnSpPr>
        <p:spPr>
          <a:xfrm>
            <a:off x="3051874" y="4868237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7C6CE5-9155-695A-B705-BB83685C9040}"/>
              </a:ext>
            </a:extLst>
          </p:cNvPr>
          <p:cNvCxnSpPr>
            <a:cxnSpLocks/>
          </p:cNvCxnSpPr>
          <p:nvPr/>
        </p:nvCxnSpPr>
        <p:spPr>
          <a:xfrm>
            <a:off x="3051874" y="5477837"/>
            <a:ext cx="3075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9CC2BA2-B002-790D-C073-674F54FFA8D9}"/>
              </a:ext>
            </a:extLst>
          </p:cNvPr>
          <p:cNvSpPr txBox="1"/>
          <p:nvPr/>
        </p:nvSpPr>
        <p:spPr>
          <a:xfrm>
            <a:off x="2543001" y="409100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BF35C8-3CE2-5B24-71D5-78760160FAF8}"/>
              </a:ext>
            </a:extLst>
          </p:cNvPr>
          <p:cNvSpPr txBox="1"/>
          <p:nvPr/>
        </p:nvSpPr>
        <p:spPr>
          <a:xfrm>
            <a:off x="2543001" y="1002866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58D4F2-1724-C735-4603-C5965DC12F78}"/>
              </a:ext>
            </a:extLst>
          </p:cNvPr>
          <p:cNvSpPr txBox="1"/>
          <p:nvPr/>
        </p:nvSpPr>
        <p:spPr>
          <a:xfrm>
            <a:off x="2543001" y="1581753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0D8666-4616-FC3B-661E-3DB50B069D67}"/>
              </a:ext>
            </a:extLst>
          </p:cNvPr>
          <p:cNvSpPr txBox="1"/>
          <p:nvPr/>
        </p:nvSpPr>
        <p:spPr>
          <a:xfrm>
            <a:off x="2543001" y="2158960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9ABB06-D4B6-C147-CD0E-C56B6BABAD0A}"/>
              </a:ext>
            </a:extLst>
          </p:cNvPr>
          <p:cNvSpPr txBox="1"/>
          <p:nvPr/>
        </p:nvSpPr>
        <p:spPr>
          <a:xfrm>
            <a:off x="2501644" y="2752726"/>
            <a:ext cx="554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AEB7FB-776D-C89B-5D4C-B4D2A7BE1C73}"/>
              </a:ext>
            </a:extLst>
          </p:cNvPr>
          <p:cNvSpPr txBox="1"/>
          <p:nvPr/>
        </p:nvSpPr>
        <p:spPr>
          <a:xfrm>
            <a:off x="2490102" y="3366611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0A0A24-4941-4821-F47B-CFDC3B62923D}"/>
              </a:ext>
            </a:extLst>
          </p:cNvPr>
          <p:cNvSpPr txBox="1"/>
          <p:nvPr/>
        </p:nvSpPr>
        <p:spPr>
          <a:xfrm>
            <a:off x="2490102" y="398049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74EFA0-FD5F-2FF3-1FBE-919DD6B1DC76}"/>
              </a:ext>
            </a:extLst>
          </p:cNvPr>
          <p:cNvSpPr txBox="1"/>
          <p:nvPr/>
        </p:nvSpPr>
        <p:spPr>
          <a:xfrm>
            <a:off x="2490102" y="4620697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CA908C-FE31-A038-7C4F-40710DC1E721}"/>
              </a:ext>
            </a:extLst>
          </p:cNvPr>
          <p:cNvSpPr txBox="1"/>
          <p:nvPr/>
        </p:nvSpPr>
        <p:spPr>
          <a:xfrm>
            <a:off x="2490102" y="521446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FAFEE7-4C31-6DE6-0EFA-D0D361981E3E}"/>
              </a:ext>
            </a:extLst>
          </p:cNvPr>
          <p:cNvSpPr txBox="1"/>
          <p:nvPr/>
        </p:nvSpPr>
        <p:spPr>
          <a:xfrm>
            <a:off x="2490102" y="5808229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10</a:t>
            </a:r>
            <a:r>
              <a:rPr lang="en-NL" baseline="30000" dirty="0"/>
              <a:t>-6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0E9282-562B-C2DA-6B47-4B83849A2754}"/>
              </a:ext>
            </a:extLst>
          </p:cNvPr>
          <p:cNvSpPr txBox="1"/>
          <p:nvPr/>
        </p:nvSpPr>
        <p:spPr>
          <a:xfrm>
            <a:off x="5819631" y="6208259"/>
            <a:ext cx="627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-5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73DC8F-BFB1-0722-6423-C6B1C0936AB5}"/>
              </a:ext>
            </a:extLst>
          </p:cNvPr>
          <p:cNvSpPr txBox="1"/>
          <p:nvPr/>
        </p:nvSpPr>
        <p:spPr>
          <a:xfrm>
            <a:off x="2787442" y="6208259"/>
            <a:ext cx="57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0AA57D-5B47-3A91-007D-8C8FE31A830E}"/>
              </a:ext>
            </a:extLst>
          </p:cNvPr>
          <p:cNvSpPr txBox="1"/>
          <p:nvPr/>
        </p:nvSpPr>
        <p:spPr>
          <a:xfrm>
            <a:off x="3412540" y="6208259"/>
            <a:ext cx="57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9B1FC8-4D32-0A74-6D26-E00811F0B622}"/>
              </a:ext>
            </a:extLst>
          </p:cNvPr>
          <p:cNvSpPr txBox="1"/>
          <p:nvPr/>
        </p:nvSpPr>
        <p:spPr>
          <a:xfrm>
            <a:off x="4037638" y="6208259"/>
            <a:ext cx="57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08604D-5947-73A1-6381-99CEE5C072E4}"/>
              </a:ext>
            </a:extLst>
          </p:cNvPr>
          <p:cNvSpPr txBox="1"/>
          <p:nvPr/>
        </p:nvSpPr>
        <p:spPr>
          <a:xfrm>
            <a:off x="4662736" y="6208259"/>
            <a:ext cx="57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48B5C7-CB2A-A1EE-4F34-FD0822C32EEB}"/>
              </a:ext>
            </a:extLst>
          </p:cNvPr>
          <p:cNvSpPr txBox="1"/>
          <p:nvPr/>
        </p:nvSpPr>
        <p:spPr>
          <a:xfrm>
            <a:off x="5262511" y="6208259"/>
            <a:ext cx="57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-10</a:t>
            </a:r>
            <a:r>
              <a:rPr lang="en-NL" baseline="300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BA9C5D-4264-C8E3-10AC-5B34E71236EE}"/>
              </a:ext>
            </a:extLst>
          </p:cNvPr>
          <p:cNvSpPr txBox="1"/>
          <p:nvPr/>
        </p:nvSpPr>
        <p:spPr>
          <a:xfrm>
            <a:off x="1586230" y="326592"/>
            <a:ext cx="964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K(cm/d)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6D988E-41DE-C559-3816-16A3EA7662D1}"/>
              </a:ext>
            </a:extLst>
          </p:cNvPr>
          <p:cNvSpPr txBox="1"/>
          <p:nvPr/>
        </p:nvSpPr>
        <p:spPr>
          <a:xfrm>
            <a:off x="4781867" y="6446071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-p(mbar)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58AEE9-7878-2206-6998-1BC1BE556488}"/>
              </a:ext>
            </a:extLst>
          </p:cNvPr>
          <p:cNvSpPr txBox="1"/>
          <p:nvPr/>
        </p:nvSpPr>
        <p:spPr>
          <a:xfrm>
            <a:off x="844952" y="2528292"/>
            <a:ext cx="763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Fig 5a</a:t>
            </a:r>
          </a:p>
        </p:txBody>
      </p:sp>
    </p:spTree>
    <p:extLst>
      <p:ext uri="{BB962C8B-B14F-4D97-AF65-F5344CB8AC3E}">
        <p14:creationId xmlns:p14="http://schemas.microsoft.com/office/powerpoint/2010/main" val="2440357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F2DEED1F-19EA-4D8F-B9D5-B28A252E59FF}"/>
              </a:ext>
            </a:extLst>
          </p:cNvPr>
          <p:cNvGrpSpPr/>
          <p:nvPr/>
        </p:nvGrpSpPr>
        <p:grpSpPr>
          <a:xfrm>
            <a:off x="1301383" y="1587"/>
            <a:ext cx="6578441" cy="6832569"/>
            <a:chOff x="1301383" y="1587"/>
            <a:chExt cx="6578441" cy="683256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1A966F7-A8AD-114B-F9CF-DD42EDA1D1CE}"/>
                </a:ext>
              </a:extLst>
            </p:cNvPr>
            <p:cNvSpPr/>
            <p:nvPr/>
          </p:nvSpPr>
          <p:spPr>
            <a:xfrm>
              <a:off x="2002420" y="416689"/>
              <a:ext cx="5382228" cy="579891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652CDB5-E8AD-EA6F-C444-FE7FB34F260B}"/>
                </a:ext>
              </a:extLst>
            </p:cNvPr>
            <p:cNvCxnSpPr>
              <a:cxnSpLocks/>
            </p:cNvCxnSpPr>
            <p:nvPr/>
          </p:nvCxnSpPr>
          <p:spPr>
            <a:xfrm>
              <a:off x="1921398" y="694481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77E71A-2174-DBD9-4A0F-9CDB7C06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695" y="2108521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CD8CBC-9D31-AC12-8F28-BFBECD86BFFA}"/>
                </a:ext>
              </a:extLst>
            </p:cNvPr>
            <p:cNvCxnSpPr>
              <a:cxnSpLocks/>
            </p:cNvCxnSpPr>
            <p:nvPr/>
          </p:nvCxnSpPr>
          <p:spPr>
            <a:xfrm>
              <a:off x="1967695" y="3467582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787FE2D-C950-9B9E-702A-758594086B6A}"/>
                </a:ext>
              </a:extLst>
            </p:cNvPr>
            <p:cNvCxnSpPr>
              <a:cxnSpLocks/>
            </p:cNvCxnSpPr>
            <p:nvPr/>
          </p:nvCxnSpPr>
          <p:spPr>
            <a:xfrm>
              <a:off x="1956120" y="4858473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5F4877D-356F-7602-28FC-0259FE849F60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416689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7539FB-F360-7FA5-0B2A-BDA3A702E3A4}"/>
                </a:ext>
              </a:extLst>
            </p:cNvPr>
            <p:cNvCxnSpPr>
              <a:cxnSpLocks/>
            </p:cNvCxnSpPr>
            <p:nvPr/>
          </p:nvCxnSpPr>
          <p:spPr>
            <a:xfrm>
              <a:off x="3520635" y="418616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09788F-F2A4-9101-A9EE-022FBE3A2B07}"/>
                </a:ext>
              </a:extLst>
            </p:cNvPr>
            <p:cNvCxnSpPr>
              <a:cxnSpLocks/>
            </p:cNvCxnSpPr>
            <p:nvPr/>
          </p:nvCxnSpPr>
          <p:spPr>
            <a:xfrm>
              <a:off x="4298075" y="420541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6CB5166-52BA-F849-367B-99D0D2640298}"/>
                </a:ext>
              </a:extLst>
            </p:cNvPr>
            <p:cNvCxnSpPr>
              <a:cxnSpLocks/>
            </p:cNvCxnSpPr>
            <p:nvPr/>
          </p:nvCxnSpPr>
          <p:spPr>
            <a:xfrm>
              <a:off x="5063933" y="422468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49E559D-B37E-CCEF-90F8-509A952EA5CC}"/>
                </a:ext>
              </a:extLst>
            </p:cNvPr>
            <p:cNvCxnSpPr>
              <a:cxnSpLocks/>
            </p:cNvCxnSpPr>
            <p:nvPr/>
          </p:nvCxnSpPr>
          <p:spPr>
            <a:xfrm>
              <a:off x="5818220" y="412818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BADB5B-E05D-3D47-15BA-E97DE2D64787}"/>
                </a:ext>
              </a:extLst>
            </p:cNvPr>
            <p:cNvCxnSpPr>
              <a:cxnSpLocks/>
            </p:cNvCxnSpPr>
            <p:nvPr/>
          </p:nvCxnSpPr>
          <p:spPr>
            <a:xfrm>
              <a:off x="6584078" y="426318"/>
              <a:ext cx="0" cy="57989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B42B50F-E0DC-99AC-F281-AE4400420ABF}"/>
                </a:ext>
              </a:extLst>
            </p:cNvPr>
            <p:cNvGrpSpPr/>
            <p:nvPr/>
          </p:nvGrpSpPr>
          <p:grpSpPr>
            <a:xfrm>
              <a:off x="1474112" y="509815"/>
              <a:ext cx="513282" cy="5838370"/>
              <a:chOff x="964827" y="509815"/>
              <a:chExt cx="513282" cy="5838370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0E5526-9B75-B99F-9D94-6BC8D05D41A8}"/>
                  </a:ext>
                </a:extLst>
              </p:cNvPr>
              <p:cNvSpPr txBox="1"/>
              <p:nvPr/>
            </p:nvSpPr>
            <p:spPr>
              <a:xfrm>
                <a:off x="964827" y="509815"/>
                <a:ext cx="513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10</a:t>
                </a:r>
                <a:r>
                  <a:rPr lang="en-NL" baseline="30000" dirty="0"/>
                  <a:t>4</a:t>
                </a:r>
                <a:endParaRPr lang="en-NL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9F48870-73EE-8006-53BC-B221C234437D}"/>
                  </a:ext>
                </a:extLst>
              </p:cNvPr>
              <p:cNvSpPr txBox="1"/>
              <p:nvPr/>
            </p:nvSpPr>
            <p:spPr>
              <a:xfrm>
                <a:off x="964827" y="1877075"/>
                <a:ext cx="513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10</a:t>
                </a:r>
                <a:r>
                  <a:rPr lang="en-NL" baseline="30000" dirty="0"/>
                  <a:t>3</a:t>
                </a:r>
                <a:endParaRPr lang="en-NL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8BA1C5C-C406-DCC9-188E-556B5AC62490}"/>
                  </a:ext>
                </a:extLst>
              </p:cNvPr>
              <p:cNvSpPr txBox="1"/>
              <p:nvPr/>
            </p:nvSpPr>
            <p:spPr>
              <a:xfrm>
                <a:off x="964827" y="3244334"/>
                <a:ext cx="513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10</a:t>
                </a:r>
                <a:r>
                  <a:rPr lang="en-NL" baseline="30000" dirty="0"/>
                  <a:t>2</a:t>
                </a:r>
                <a:endParaRPr lang="en-NL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4BC7382-CE75-E7B3-D301-982242FFE71E}"/>
                  </a:ext>
                </a:extLst>
              </p:cNvPr>
              <p:cNvSpPr txBox="1"/>
              <p:nvPr/>
            </p:nvSpPr>
            <p:spPr>
              <a:xfrm>
                <a:off x="964827" y="4611593"/>
                <a:ext cx="513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10</a:t>
                </a:r>
                <a:r>
                  <a:rPr lang="en-NL" baseline="30000" dirty="0"/>
                  <a:t>1</a:t>
                </a:r>
                <a:endParaRPr lang="en-NL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1826C3-24BC-C03B-2620-5DAA4BA479DD}"/>
                  </a:ext>
                </a:extLst>
              </p:cNvPr>
              <p:cNvSpPr txBox="1"/>
              <p:nvPr/>
            </p:nvSpPr>
            <p:spPr>
              <a:xfrm>
                <a:off x="964827" y="5978853"/>
                <a:ext cx="513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10</a:t>
                </a:r>
                <a:r>
                  <a:rPr lang="en-NL" baseline="30000" dirty="0"/>
                  <a:t>0</a:t>
                </a:r>
                <a:endParaRPr lang="en-NL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9817A38-5314-854B-80A8-4EA1B699F6F7}"/>
                </a:ext>
              </a:extLst>
            </p:cNvPr>
            <p:cNvGrpSpPr/>
            <p:nvPr/>
          </p:nvGrpSpPr>
          <p:grpSpPr>
            <a:xfrm>
              <a:off x="7528319" y="464435"/>
              <a:ext cx="308098" cy="5838370"/>
              <a:chOff x="964827" y="509815"/>
              <a:chExt cx="308098" cy="5838370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05CECD-54E5-6159-F6D9-A0A1D22A5406}"/>
                  </a:ext>
                </a:extLst>
              </p:cNvPr>
              <p:cNvSpPr txBox="1"/>
              <p:nvPr/>
            </p:nvSpPr>
            <p:spPr>
              <a:xfrm>
                <a:off x="964827" y="509815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4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A11FDA-186B-F9AB-8F05-E1741F4254DF}"/>
                  </a:ext>
                </a:extLst>
              </p:cNvPr>
              <p:cNvSpPr txBox="1"/>
              <p:nvPr/>
            </p:nvSpPr>
            <p:spPr>
              <a:xfrm>
                <a:off x="964827" y="1877075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3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000CD-5CB5-0DCC-7B5B-830FAE30AE87}"/>
                  </a:ext>
                </a:extLst>
              </p:cNvPr>
              <p:cNvSpPr txBox="1"/>
              <p:nvPr/>
            </p:nvSpPr>
            <p:spPr>
              <a:xfrm>
                <a:off x="964827" y="3244334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2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E80307-ECCD-FEB2-8F8B-33219FB36D1C}"/>
                  </a:ext>
                </a:extLst>
              </p:cNvPr>
              <p:cNvSpPr txBox="1"/>
              <p:nvPr/>
            </p:nvSpPr>
            <p:spPr>
              <a:xfrm>
                <a:off x="964827" y="4611593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84A089-F596-1DAE-8B1E-F35EE386ABC6}"/>
                  </a:ext>
                </a:extLst>
              </p:cNvPr>
              <p:cNvSpPr txBox="1"/>
              <p:nvPr/>
            </p:nvSpPr>
            <p:spPr>
              <a:xfrm>
                <a:off x="964827" y="5978853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NL" dirty="0"/>
                  <a:t>0</a:t>
                </a:r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38727A4-DB26-1F0A-397D-16AC3075A773}"/>
                </a:ext>
              </a:extLst>
            </p:cNvPr>
            <p:cNvSpPr txBox="1"/>
            <p:nvPr/>
          </p:nvSpPr>
          <p:spPr>
            <a:xfrm>
              <a:off x="2322190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0.05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E4A0C0-E9DD-51D4-6D0D-71F4DC3AED88}"/>
                </a:ext>
              </a:extLst>
            </p:cNvPr>
            <p:cNvSpPr txBox="1"/>
            <p:nvPr/>
          </p:nvSpPr>
          <p:spPr>
            <a:xfrm>
              <a:off x="3893588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0.15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7EB1FF4-E40C-B2FA-7F15-E312BED5B66F}"/>
                </a:ext>
              </a:extLst>
            </p:cNvPr>
            <p:cNvSpPr txBox="1"/>
            <p:nvPr/>
          </p:nvSpPr>
          <p:spPr>
            <a:xfrm>
              <a:off x="5464986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0.25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C9FB92F-AAEA-146D-DEF5-9D55339192D9}"/>
                </a:ext>
              </a:extLst>
            </p:cNvPr>
            <p:cNvSpPr txBox="1"/>
            <p:nvPr/>
          </p:nvSpPr>
          <p:spPr>
            <a:xfrm>
              <a:off x="7036384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0.35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3017CBF-0799-DEBF-51EB-249872509ECC}"/>
                </a:ext>
              </a:extLst>
            </p:cNvPr>
            <p:cNvSpPr txBox="1"/>
            <p:nvPr/>
          </p:nvSpPr>
          <p:spPr>
            <a:xfrm>
              <a:off x="3107889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0.10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C8111A6-A28A-80AB-7CE7-47E9132A0629}"/>
                </a:ext>
              </a:extLst>
            </p:cNvPr>
            <p:cNvSpPr txBox="1"/>
            <p:nvPr/>
          </p:nvSpPr>
          <p:spPr>
            <a:xfrm>
              <a:off x="4679287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0.20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DB243B-5CF1-DE19-88CF-48B18EF870FF}"/>
                </a:ext>
              </a:extLst>
            </p:cNvPr>
            <p:cNvSpPr txBox="1"/>
            <p:nvPr/>
          </p:nvSpPr>
          <p:spPr>
            <a:xfrm>
              <a:off x="6250685" y="6304966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0.30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812CD5F-3136-7CD6-F625-232C2BEF55D4}"/>
                </a:ext>
              </a:extLst>
            </p:cNvPr>
            <p:cNvSpPr txBox="1"/>
            <p:nvPr/>
          </p:nvSpPr>
          <p:spPr>
            <a:xfrm>
              <a:off x="1849076" y="63049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D20FD65-759C-27B0-3940-0399BE23D4C2}"/>
                </a:ext>
              </a:extLst>
            </p:cNvPr>
            <p:cNvSpPr txBox="1"/>
            <p:nvPr/>
          </p:nvSpPr>
          <p:spPr>
            <a:xfrm>
              <a:off x="7246030" y="3505"/>
              <a:ext cx="4363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pF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E4D6EB3-A501-ED1F-52D0-C53E766C18BB}"/>
                </a:ext>
              </a:extLst>
            </p:cNvPr>
            <p:cNvSpPr txBox="1"/>
            <p:nvPr/>
          </p:nvSpPr>
          <p:spPr>
            <a:xfrm>
              <a:off x="1301383" y="1587"/>
              <a:ext cx="10550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-p[mbar]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3EF6950-65BC-CDE5-69AD-78C9B8129B04}"/>
                </a:ext>
              </a:extLst>
            </p:cNvPr>
            <p:cNvSpPr txBox="1"/>
            <p:nvPr/>
          </p:nvSpPr>
          <p:spPr>
            <a:xfrm>
              <a:off x="7565314" y="6464824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𝜃</a:t>
              </a: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892C340-76EB-30E0-69F8-E458E82507C0}"/>
                </a:ext>
              </a:extLst>
            </p:cNvPr>
            <p:cNvSpPr/>
            <p:nvPr/>
          </p:nvSpPr>
          <p:spPr>
            <a:xfrm>
              <a:off x="2338086" y="416689"/>
              <a:ext cx="5011838" cy="5798916"/>
            </a:xfrm>
            <a:custGeom>
              <a:avLst/>
              <a:gdLst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312517 w 5011838"/>
                <a:gd name="connsiteY1" fmla="*/ 1597306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048719 w 5011838"/>
                <a:gd name="connsiteY2" fmla="*/ 3148314 h 5798916"/>
                <a:gd name="connsiteX3" fmla="*/ 3206187 w 5011838"/>
                <a:gd name="connsiteY3" fmla="*/ 3402957 h 5798916"/>
                <a:gd name="connsiteX4" fmla="*/ 4606724 w 5011838"/>
                <a:gd name="connsiteY4" fmla="*/ 4317357 h 5798916"/>
                <a:gd name="connsiteX5" fmla="*/ 5011838 w 5011838"/>
                <a:gd name="connsiteY5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3206187 w 5011838"/>
                <a:gd name="connsiteY2" fmla="*/ 3402957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615878 w 5011838"/>
                <a:gd name="connsiteY2" fmla="*/ 3264061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615878 w 5011838"/>
                <a:gd name="connsiteY2" fmla="*/ 3264061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615878 w 5011838"/>
                <a:gd name="connsiteY2" fmla="*/ 3264061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615878 w 5011838"/>
                <a:gd name="connsiteY2" fmla="*/ 3264061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  <a:gd name="connsiteX0" fmla="*/ 0 w 5011838"/>
                <a:gd name="connsiteY0" fmla="*/ 0 h 5798916"/>
                <a:gd name="connsiteX1" fmla="*/ 439838 w 5011838"/>
                <a:gd name="connsiteY1" fmla="*/ 1828800 h 5798916"/>
                <a:gd name="connsiteX2" fmla="*/ 2615878 w 5011838"/>
                <a:gd name="connsiteY2" fmla="*/ 3264061 h 5798916"/>
                <a:gd name="connsiteX3" fmla="*/ 4606724 w 5011838"/>
                <a:gd name="connsiteY3" fmla="*/ 4317357 h 5798916"/>
                <a:gd name="connsiteX4" fmla="*/ 5011838 w 5011838"/>
                <a:gd name="connsiteY4" fmla="*/ 5798916 h 579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11838" h="5798916">
                  <a:moveTo>
                    <a:pt x="0" y="0"/>
                  </a:moveTo>
                  <a:cubicBezTo>
                    <a:pt x="104172" y="891250"/>
                    <a:pt x="27007" y="625033"/>
                    <a:pt x="439838" y="1828800"/>
                  </a:cubicBezTo>
                  <a:cubicBezTo>
                    <a:pt x="852669" y="3032567"/>
                    <a:pt x="1574156" y="2999772"/>
                    <a:pt x="2615878" y="3264061"/>
                  </a:cubicBezTo>
                  <a:cubicBezTo>
                    <a:pt x="3657600" y="3528350"/>
                    <a:pt x="4392592" y="3536066"/>
                    <a:pt x="4606724" y="4317357"/>
                  </a:cubicBezTo>
                  <a:lnTo>
                    <a:pt x="5011838" y="5798916"/>
                  </a:ln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0473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1459</TotalTime>
  <Words>74</Words>
  <Application>Microsoft Macintosh PowerPoint</Application>
  <PresentationFormat>On-screen Show (4:3)</PresentationFormat>
  <Paragraphs>45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Voortoets Plaatjes met de hand</vt:lpstr>
      <vt:lpstr>PowerPoint Presentation</vt:lpstr>
      <vt:lpstr>Plaatjes De Laat 1980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4</cp:revision>
  <dcterms:created xsi:type="dcterms:W3CDTF">2025-01-26T23:48:30Z</dcterms:created>
  <dcterms:modified xsi:type="dcterms:W3CDTF">2026-03-20T11:37:28Z</dcterms:modified>
</cp:coreProperties>
</file>