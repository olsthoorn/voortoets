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60" r:id="rId3"/>
    <p:sldId id="261" r:id="rId4"/>
    <p:sldId id="262" r:id="rId5"/>
    <p:sldId id="259" r:id="rId6"/>
    <p:sldId id="257" r:id="rId7"/>
    <p:sldId id="258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694"/>
  </p:normalViewPr>
  <p:slideViewPr>
    <p:cSldViewPr snapToGrid="0">
      <p:cViewPr>
        <p:scale>
          <a:sx n="100" d="100"/>
          <a:sy n="100" d="100"/>
        </p:scale>
        <p:origin x="106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5EFE7-7ADD-BC40-8302-6BFE077E7FFD}" type="datetimeFigureOut">
              <a:rPr lang="en-NL" smtClean="0"/>
              <a:t>4/2/26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361349-F661-3C48-90B8-DFBB4AE3534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34613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361349-F661-3C48-90B8-DFBB4AE35347}" type="slidenum">
              <a:rPr lang="en-NL" smtClean="0"/>
              <a:t>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61890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361349-F661-3C48-90B8-DFBB4AE35347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5595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361349-F661-3C48-90B8-DFBB4AE35347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54039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4/2/26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0241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4/2/26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29890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4/2/26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84072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4/2/26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43060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4/2/26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51902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4/2/26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89624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4/2/26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7041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4/2/26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12761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4/2/26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84862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4/2/26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07864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4/2/26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55952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60A6CB-D90F-AD4B-89C2-5F0ECE372669}" type="datetimeFigureOut">
              <a:rPr lang="en-NL" smtClean="0"/>
              <a:t>4/2/26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95773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0623-25A2-CC2F-4820-CBD39768B4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Voortoets</a:t>
            </a:r>
            <a:br>
              <a:rPr lang="en-US" dirty="0"/>
            </a:br>
            <a:r>
              <a:rPr lang="en-NL"/>
              <a:t>Plaatjes </a:t>
            </a:r>
            <a:r>
              <a:rPr lang="en-US" dirty="0"/>
              <a:t>met de hand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1E6D1-6AB2-51CA-3527-E200F590A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63780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47C698B-DBB1-E0A8-71C1-4A3E2715AEB0}"/>
              </a:ext>
            </a:extLst>
          </p:cNvPr>
          <p:cNvGrpSpPr/>
          <p:nvPr/>
        </p:nvGrpSpPr>
        <p:grpSpPr>
          <a:xfrm>
            <a:off x="-13590" y="146345"/>
            <a:ext cx="9170428" cy="6720043"/>
            <a:chOff x="-13590" y="146345"/>
            <a:chExt cx="9170428" cy="672004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19F66EC-43C3-3D6B-A023-FA65DFFF3664}"/>
                </a:ext>
              </a:extLst>
            </p:cNvPr>
            <p:cNvSpPr/>
            <p:nvPr/>
          </p:nvSpPr>
          <p:spPr>
            <a:xfrm>
              <a:off x="-1" y="686481"/>
              <a:ext cx="9143999" cy="274251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E7085E6-B93D-337E-9D8A-6427A4C05E56}"/>
                </a:ext>
              </a:extLst>
            </p:cNvPr>
            <p:cNvGrpSpPr/>
            <p:nvPr/>
          </p:nvGrpSpPr>
          <p:grpSpPr>
            <a:xfrm>
              <a:off x="978483" y="669686"/>
              <a:ext cx="308759" cy="1376320"/>
              <a:chOff x="2061051" y="803632"/>
              <a:chExt cx="308759" cy="749511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5BCCE810-2DDE-9689-1176-C4C8EDF0A507}"/>
                  </a:ext>
                </a:extLst>
              </p:cNvPr>
              <p:cNvSpPr/>
              <p:nvPr/>
            </p:nvSpPr>
            <p:spPr>
              <a:xfrm>
                <a:off x="2061051" y="803632"/>
                <a:ext cx="308759" cy="749511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  <a:gd name="csX0" fmla="*/ 0 w 308759"/>
                  <a:gd name="csY0" fmla="*/ 9145 h 769169"/>
                  <a:gd name="csX1" fmla="*/ 154380 w 308759"/>
                  <a:gd name="csY1" fmla="*/ 769166 h 769169"/>
                  <a:gd name="csX2" fmla="*/ 308759 w 308759"/>
                  <a:gd name="csY2" fmla="*/ 0 h 769169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5 h 760026"/>
                  <a:gd name="csX0" fmla="*/ 0 w 308759"/>
                  <a:gd name="csY0" fmla="*/ 0 h 749511"/>
                  <a:gd name="csX1" fmla="*/ 154380 w 308759"/>
                  <a:gd name="csY1" fmla="*/ 749511 h 749511"/>
                  <a:gd name="csX2" fmla="*/ 308759 w 308759"/>
                  <a:gd name="csY2" fmla="*/ 1365 h 7495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49511">
                    <a:moveTo>
                      <a:pt x="0" y="0"/>
                    </a:moveTo>
                    <a:cubicBezTo>
                      <a:pt x="51460" y="253340"/>
                      <a:pt x="102920" y="749284"/>
                      <a:pt x="154380" y="749511"/>
                    </a:cubicBezTo>
                    <a:cubicBezTo>
                      <a:pt x="205840" y="749738"/>
                      <a:pt x="257299" y="250747"/>
                      <a:pt x="308759" y="1365"/>
                    </a:cubicBezTo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73F09B70-2E0C-8563-35B5-EE2FC489F5B4}"/>
                  </a:ext>
                </a:extLst>
              </p:cNvPr>
              <p:cNvSpPr/>
              <p:nvPr/>
            </p:nvSpPr>
            <p:spPr>
              <a:xfrm>
                <a:off x="2123089" y="1171905"/>
                <a:ext cx="189187" cy="375990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60026">
                    <a:moveTo>
                      <a:pt x="0" y="0"/>
                    </a:moveTo>
                    <a:cubicBezTo>
                      <a:pt x="51460" y="253340"/>
                      <a:pt x="102920" y="758042"/>
                      <a:pt x="154380" y="760021"/>
                    </a:cubicBezTo>
                    <a:cubicBezTo>
                      <a:pt x="205840" y="762000"/>
                      <a:pt x="257299" y="261258"/>
                      <a:pt x="308759" y="11876"/>
                    </a:cubicBezTo>
                  </a:path>
                </a:pathLst>
              </a:cu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EB4E2DC-F686-D914-8B19-3DF1774A4D38}"/>
                </a:ext>
              </a:extLst>
            </p:cNvPr>
            <p:cNvGrpSpPr/>
            <p:nvPr/>
          </p:nvGrpSpPr>
          <p:grpSpPr>
            <a:xfrm>
              <a:off x="3317888" y="638251"/>
              <a:ext cx="308759" cy="1376320"/>
              <a:chOff x="2061051" y="803632"/>
              <a:chExt cx="308759" cy="74951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A37DE5FD-D645-EB1D-9F56-6DAC99081777}"/>
                  </a:ext>
                </a:extLst>
              </p:cNvPr>
              <p:cNvSpPr/>
              <p:nvPr/>
            </p:nvSpPr>
            <p:spPr>
              <a:xfrm>
                <a:off x="2061051" y="803632"/>
                <a:ext cx="308759" cy="749511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  <a:gd name="csX0" fmla="*/ 0 w 308759"/>
                  <a:gd name="csY0" fmla="*/ 9145 h 769169"/>
                  <a:gd name="csX1" fmla="*/ 154380 w 308759"/>
                  <a:gd name="csY1" fmla="*/ 769166 h 769169"/>
                  <a:gd name="csX2" fmla="*/ 308759 w 308759"/>
                  <a:gd name="csY2" fmla="*/ 0 h 769169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5 h 760026"/>
                  <a:gd name="csX0" fmla="*/ 0 w 308759"/>
                  <a:gd name="csY0" fmla="*/ 0 h 749511"/>
                  <a:gd name="csX1" fmla="*/ 154380 w 308759"/>
                  <a:gd name="csY1" fmla="*/ 749511 h 749511"/>
                  <a:gd name="csX2" fmla="*/ 308759 w 308759"/>
                  <a:gd name="csY2" fmla="*/ 1365 h 7495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49511">
                    <a:moveTo>
                      <a:pt x="0" y="0"/>
                    </a:moveTo>
                    <a:cubicBezTo>
                      <a:pt x="51460" y="253340"/>
                      <a:pt x="102920" y="749284"/>
                      <a:pt x="154380" y="749511"/>
                    </a:cubicBezTo>
                    <a:cubicBezTo>
                      <a:pt x="205840" y="749738"/>
                      <a:pt x="257299" y="250747"/>
                      <a:pt x="308759" y="1365"/>
                    </a:cubicBezTo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A30D0246-6F58-CCD3-EB8D-1EF85F35B964}"/>
                  </a:ext>
                </a:extLst>
              </p:cNvPr>
              <p:cNvSpPr/>
              <p:nvPr/>
            </p:nvSpPr>
            <p:spPr>
              <a:xfrm>
                <a:off x="2123089" y="1171905"/>
                <a:ext cx="189187" cy="375990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60026">
                    <a:moveTo>
                      <a:pt x="0" y="0"/>
                    </a:moveTo>
                    <a:cubicBezTo>
                      <a:pt x="51460" y="253340"/>
                      <a:pt x="102920" y="758042"/>
                      <a:pt x="154380" y="760021"/>
                    </a:cubicBezTo>
                    <a:cubicBezTo>
                      <a:pt x="205840" y="762000"/>
                      <a:pt x="257299" y="261258"/>
                      <a:pt x="308759" y="11876"/>
                    </a:cubicBezTo>
                  </a:path>
                </a:pathLst>
              </a:cu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1D6FC6E-8FE2-AAD8-3302-45322A7D09EE}"/>
                </a:ext>
              </a:extLst>
            </p:cNvPr>
            <p:cNvGrpSpPr/>
            <p:nvPr/>
          </p:nvGrpSpPr>
          <p:grpSpPr>
            <a:xfrm>
              <a:off x="5701930" y="660042"/>
              <a:ext cx="308759" cy="1376320"/>
              <a:chOff x="2061051" y="803632"/>
              <a:chExt cx="308759" cy="749511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E36A7C86-CDAA-C749-0278-FCDFFDD5B0FF}"/>
                  </a:ext>
                </a:extLst>
              </p:cNvPr>
              <p:cNvSpPr/>
              <p:nvPr/>
            </p:nvSpPr>
            <p:spPr>
              <a:xfrm>
                <a:off x="2061051" y="803632"/>
                <a:ext cx="308759" cy="749511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  <a:gd name="csX0" fmla="*/ 0 w 308759"/>
                  <a:gd name="csY0" fmla="*/ 9145 h 769169"/>
                  <a:gd name="csX1" fmla="*/ 154380 w 308759"/>
                  <a:gd name="csY1" fmla="*/ 769166 h 769169"/>
                  <a:gd name="csX2" fmla="*/ 308759 w 308759"/>
                  <a:gd name="csY2" fmla="*/ 0 h 769169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5 h 760026"/>
                  <a:gd name="csX0" fmla="*/ 0 w 308759"/>
                  <a:gd name="csY0" fmla="*/ 0 h 749511"/>
                  <a:gd name="csX1" fmla="*/ 154380 w 308759"/>
                  <a:gd name="csY1" fmla="*/ 749511 h 749511"/>
                  <a:gd name="csX2" fmla="*/ 308759 w 308759"/>
                  <a:gd name="csY2" fmla="*/ 1365 h 7495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49511">
                    <a:moveTo>
                      <a:pt x="0" y="0"/>
                    </a:moveTo>
                    <a:cubicBezTo>
                      <a:pt x="51460" y="253340"/>
                      <a:pt x="102920" y="749284"/>
                      <a:pt x="154380" y="749511"/>
                    </a:cubicBezTo>
                    <a:cubicBezTo>
                      <a:pt x="205840" y="749738"/>
                      <a:pt x="257299" y="250747"/>
                      <a:pt x="308759" y="1365"/>
                    </a:cubicBezTo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675B7E45-CC60-5983-E645-303BE5449314}"/>
                  </a:ext>
                </a:extLst>
              </p:cNvPr>
              <p:cNvSpPr/>
              <p:nvPr/>
            </p:nvSpPr>
            <p:spPr>
              <a:xfrm>
                <a:off x="2123089" y="1171905"/>
                <a:ext cx="189187" cy="375990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60026">
                    <a:moveTo>
                      <a:pt x="0" y="0"/>
                    </a:moveTo>
                    <a:cubicBezTo>
                      <a:pt x="51460" y="253340"/>
                      <a:pt x="102920" y="758042"/>
                      <a:pt x="154380" y="760021"/>
                    </a:cubicBezTo>
                    <a:cubicBezTo>
                      <a:pt x="205840" y="762000"/>
                      <a:pt x="257299" y="261258"/>
                      <a:pt x="308759" y="11876"/>
                    </a:cubicBezTo>
                  </a:path>
                </a:pathLst>
              </a:cu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BE727AF-C50B-DB20-3CEC-9F1E13D35A3E}"/>
                </a:ext>
              </a:extLst>
            </p:cNvPr>
            <p:cNvGrpSpPr/>
            <p:nvPr/>
          </p:nvGrpSpPr>
          <p:grpSpPr>
            <a:xfrm>
              <a:off x="8112620" y="660035"/>
              <a:ext cx="308759" cy="1376320"/>
              <a:chOff x="2061051" y="803632"/>
              <a:chExt cx="308759" cy="749511"/>
            </a:xfrm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B5E39E94-3C53-49DF-88E1-FB0B0B0EEB5D}"/>
                  </a:ext>
                </a:extLst>
              </p:cNvPr>
              <p:cNvSpPr/>
              <p:nvPr/>
            </p:nvSpPr>
            <p:spPr>
              <a:xfrm>
                <a:off x="2061051" y="803632"/>
                <a:ext cx="308759" cy="749511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  <a:gd name="csX0" fmla="*/ 0 w 308759"/>
                  <a:gd name="csY0" fmla="*/ 9145 h 769169"/>
                  <a:gd name="csX1" fmla="*/ 154380 w 308759"/>
                  <a:gd name="csY1" fmla="*/ 769166 h 769169"/>
                  <a:gd name="csX2" fmla="*/ 308759 w 308759"/>
                  <a:gd name="csY2" fmla="*/ 0 h 769169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5 h 760026"/>
                  <a:gd name="csX0" fmla="*/ 0 w 308759"/>
                  <a:gd name="csY0" fmla="*/ 0 h 749511"/>
                  <a:gd name="csX1" fmla="*/ 154380 w 308759"/>
                  <a:gd name="csY1" fmla="*/ 749511 h 749511"/>
                  <a:gd name="csX2" fmla="*/ 308759 w 308759"/>
                  <a:gd name="csY2" fmla="*/ 1365 h 7495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49511">
                    <a:moveTo>
                      <a:pt x="0" y="0"/>
                    </a:moveTo>
                    <a:cubicBezTo>
                      <a:pt x="51460" y="253340"/>
                      <a:pt x="102920" y="749284"/>
                      <a:pt x="154380" y="749511"/>
                    </a:cubicBezTo>
                    <a:cubicBezTo>
                      <a:pt x="205840" y="749738"/>
                      <a:pt x="257299" y="250747"/>
                      <a:pt x="308759" y="1365"/>
                    </a:cubicBezTo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36B3EC1D-65E6-60E8-39CB-F3EB26186ECA}"/>
                  </a:ext>
                </a:extLst>
              </p:cNvPr>
              <p:cNvSpPr/>
              <p:nvPr/>
            </p:nvSpPr>
            <p:spPr>
              <a:xfrm>
                <a:off x="2123089" y="1171905"/>
                <a:ext cx="189187" cy="375990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60026">
                    <a:moveTo>
                      <a:pt x="0" y="0"/>
                    </a:moveTo>
                    <a:cubicBezTo>
                      <a:pt x="51460" y="253340"/>
                      <a:pt x="102920" y="758042"/>
                      <a:pt x="154380" y="760021"/>
                    </a:cubicBezTo>
                    <a:cubicBezTo>
                      <a:pt x="205840" y="762000"/>
                      <a:pt x="257299" y="261258"/>
                      <a:pt x="308759" y="11876"/>
                    </a:cubicBezTo>
                  </a:path>
                </a:pathLst>
              </a:cu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283EE82-2A58-228B-D6BC-BA2F95C55063}"/>
                </a:ext>
              </a:extLst>
            </p:cNvPr>
            <p:cNvSpPr/>
            <p:nvPr/>
          </p:nvSpPr>
          <p:spPr>
            <a:xfrm>
              <a:off x="13855" y="1198583"/>
              <a:ext cx="9132495" cy="2230417"/>
            </a:xfrm>
            <a:custGeom>
              <a:avLst/>
              <a:gdLst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422072 w 9185563"/>
                <a:gd name="csY3" fmla="*/ 152400 h 2244436"/>
                <a:gd name="csX4" fmla="*/ 3588327 w 9185563"/>
                <a:gd name="csY4" fmla="*/ 180109 h 2244436"/>
                <a:gd name="csX5" fmla="*/ 5791200 w 9185563"/>
                <a:gd name="csY5" fmla="*/ 166254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422072 w 9185563"/>
                <a:gd name="csY3" fmla="*/ 152400 h 2244436"/>
                <a:gd name="csX4" fmla="*/ 3543423 w 9185563"/>
                <a:gd name="csY4" fmla="*/ 114794 h 2244436"/>
                <a:gd name="csX5" fmla="*/ 5791200 w 9185563"/>
                <a:gd name="csY5" fmla="*/ 166254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9004 w 9185563"/>
                <a:gd name="csY3" fmla="*/ 127908 h 2244436"/>
                <a:gd name="csX4" fmla="*/ 3543423 w 9185563"/>
                <a:gd name="csY4" fmla="*/ 114794 h 2244436"/>
                <a:gd name="csX5" fmla="*/ 5791200 w 9185563"/>
                <a:gd name="csY5" fmla="*/ 166254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91200 w 9185563"/>
                <a:gd name="csY5" fmla="*/ 166254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45207 w 9185563"/>
                <a:gd name="csY6" fmla="*/ 131124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45207 w 9185563"/>
                <a:gd name="csY6" fmla="*/ 131124 h 2244436"/>
                <a:gd name="csX7" fmla="*/ 8169233 w 9185563"/>
                <a:gd name="csY7" fmla="*/ 127908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45207 w 9185563"/>
                <a:gd name="csY6" fmla="*/ 131124 h 2244436"/>
                <a:gd name="csX7" fmla="*/ 8169233 w 9185563"/>
                <a:gd name="csY7" fmla="*/ 127908 h 2244436"/>
                <a:gd name="csX8" fmla="*/ 8350208 w 9185563"/>
                <a:gd name="csY8" fmla="*/ 125433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45207 w 9185563"/>
                <a:gd name="csY6" fmla="*/ 131124 h 2244436"/>
                <a:gd name="csX7" fmla="*/ 8169233 w 9185563"/>
                <a:gd name="csY7" fmla="*/ 127908 h 2244436"/>
                <a:gd name="csX8" fmla="*/ 8350208 w 9185563"/>
                <a:gd name="csY8" fmla="*/ 125433 h 2244436"/>
                <a:gd name="csX9" fmla="*/ 9132495 w 9185563"/>
                <a:gd name="csY9" fmla="*/ 87209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32495"/>
                <a:gd name="csY0" fmla="*/ 0 h 2216727"/>
                <a:gd name="csX1" fmla="*/ 1066800 w 9132495"/>
                <a:gd name="csY1" fmla="*/ 193964 h 2216727"/>
                <a:gd name="csX2" fmla="*/ 1233054 w 9132495"/>
                <a:gd name="csY2" fmla="*/ 16625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66800 w 9132495"/>
                <a:gd name="csY1" fmla="*/ 193964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38225 w 9132495"/>
                <a:gd name="csY1" fmla="*/ 136814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17814 w 9132495"/>
                <a:gd name="csY1" fmla="*/ 124568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17814 w 9132495"/>
                <a:gd name="csY1" fmla="*/ 124568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17814 w 9132495"/>
                <a:gd name="csY1" fmla="*/ 124568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17814 w 9132495"/>
                <a:gd name="csY1" fmla="*/ 124568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4609 h 2221336"/>
                <a:gd name="csX1" fmla="*/ 1017814 w 9132495"/>
                <a:gd name="csY1" fmla="*/ 129177 h 2221336"/>
                <a:gd name="csX2" fmla="*/ 1216726 w 9132495"/>
                <a:gd name="csY2" fmla="*/ 134123 h 2221336"/>
                <a:gd name="csX3" fmla="*/ 3360840 w 9132495"/>
                <a:gd name="csY3" fmla="*/ 120270 h 2221336"/>
                <a:gd name="csX4" fmla="*/ 3543423 w 9132495"/>
                <a:gd name="csY4" fmla="*/ 119403 h 2221336"/>
                <a:gd name="csX5" fmla="*/ 5758543 w 9132495"/>
                <a:gd name="csY5" fmla="*/ 134124 h 2221336"/>
                <a:gd name="csX6" fmla="*/ 5945207 w 9132495"/>
                <a:gd name="csY6" fmla="*/ 135733 h 2221336"/>
                <a:gd name="csX7" fmla="*/ 8169233 w 9132495"/>
                <a:gd name="csY7" fmla="*/ 132517 h 2221336"/>
                <a:gd name="csX8" fmla="*/ 8350208 w 9132495"/>
                <a:gd name="csY8" fmla="*/ 130042 h 2221336"/>
                <a:gd name="csX9" fmla="*/ 9132495 w 9132495"/>
                <a:gd name="csY9" fmla="*/ 91818 h 2221336"/>
                <a:gd name="csX10" fmla="*/ 9128413 w 9132495"/>
                <a:gd name="csY10" fmla="*/ 2212306 h 2221336"/>
                <a:gd name="csX11" fmla="*/ 0 w 9132495"/>
                <a:gd name="csY11" fmla="*/ 2221336 h 2221336"/>
                <a:gd name="csX12" fmla="*/ 0 w 9132495"/>
                <a:gd name="csY12" fmla="*/ 4609 h 2221336"/>
                <a:gd name="csX0" fmla="*/ 0 w 9132495"/>
                <a:gd name="csY0" fmla="*/ 4609 h 2221336"/>
                <a:gd name="csX1" fmla="*/ 1017814 w 9132495"/>
                <a:gd name="csY1" fmla="*/ 129177 h 2221336"/>
                <a:gd name="csX2" fmla="*/ 1216726 w 9132495"/>
                <a:gd name="csY2" fmla="*/ 134123 h 2221336"/>
                <a:gd name="csX3" fmla="*/ 3360840 w 9132495"/>
                <a:gd name="csY3" fmla="*/ 120270 h 2221336"/>
                <a:gd name="csX4" fmla="*/ 3543423 w 9132495"/>
                <a:gd name="csY4" fmla="*/ 119403 h 2221336"/>
                <a:gd name="csX5" fmla="*/ 5758543 w 9132495"/>
                <a:gd name="csY5" fmla="*/ 134124 h 2221336"/>
                <a:gd name="csX6" fmla="*/ 5945207 w 9132495"/>
                <a:gd name="csY6" fmla="*/ 135733 h 2221336"/>
                <a:gd name="csX7" fmla="*/ 8169233 w 9132495"/>
                <a:gd name="csY7" fmla="*/ 132517 h 2221336"/>
                <a:gd name="csX8" fmla="*/ 8350208 w 9132495"/>
                <a:gd name="csY8" fmla="*/ 130042 h 2221336"/>
                <a:gd name="csX9" fmla="*/ 9132495 w 9132495"/>
                <a:gd name="csY9" fmla="*/ 91818 h 2221336"/>
                <a:gd name="csX10" fmla="*/ 9128413 w 9132495"/>
                <a:gd name="csY10" fmla="*/ 2212306 h 2221336"/>
                <a:gd name="csX11" fmla="*/ 0 w 9132495"/>
                <a:gd name="csY11" fmla="*/ 2221336 h 2221336"/>
                <a:gd name="csX12" fmla="*/ 0 w 9132495"/>
                <a:gd name="csY12" fmla="*/ 4609 h 2221336"/>
                <a:gd name="csX0" fmla="*/ 0 w 9132495"/>
                <a:gd name="csY0" fmla="*/ 4609 h 2221336"/>
                <a:gd name="csX1" fmla="*/ 1017814 w 9132495"/>
                <a:gd name="csY1" fmla="*/ 129177 h 2221336"/>
                <a:gd name="csX2" fmla="*/ 1216726 w 9132495"/>
                <a:gd name="csY2" fmla="*/ 134123 h 2221336"/>
                <a:gd name="csX3" fmla="*/ 3360840 w 9132495"/>
                <a:gd name="csY3" fmla="*/ 120270 h 2221336"/>
                <a:gd name="csX4" fmla="*/ 3543423 w 9132495"/>
                <a:gd name="csY4" fmla="*/ 119403 h 2221336"/>
                <a:gd name="csX5" fmla="*/ 5758543 w 9132495"/>
                <a:gd name="csY5" fmla="*/ 134124 h 2221336"/>
                <a:gd name="csX6" fmla="*/ 5945207 w 9132495"/>
                <a:gd name="csY6" fmla="*/ 135733 h 2221336"/>
                <a:gd name="csX7" fmla="*/ 8169233 w 9132495"/>
                <a:gd name="csY7" fmla="*/ 132517 h 2221336"/>
                <a:gd name="csX8" fmla="*/ 8350208 w 9132495"/>
                <a:gd name="csY8" fmla="*/ 130042 h 2221336"/>
                <a:gd name="csX9" fmla="*/ 9132495 w 9132495"/>
                <a:gd name="csY9" fmla="*/ 91818 h 2221336"/>
                <a:gd name="csX10" fmla="*/ 9128413 w 9132495"/>
                <a:gd name="csY10" fmla="*/ 2212306 h 2221336"/>
                <a:gd name="csX11" fmla="*/ 0 w 9132495"/>
                <a:gd name="csY11" fmla="*/ 2221336 h 2221336"/>
                <a:gd name="csX12" fmla="*/ 0 w 9132495"/>
                <a:gd name="csY12" fmla="*/ 4609 h 2221336"/>
                <a:gd name="csX0" fmla="*/ 0 w 9132495"/>
                <a:gd name="csY0" fmla="*/ 4609 h 2221336"/>
                <a:gd name="csX1" fmla="*/ 1017814 w 9132495"/>
                <a:gd name="csY1" fmla="*/ 129177 h 2221336"/>
                <a:gd name="csX2" fmla="*/ 1216726 w 9132495"/>
                <a:gd name="csY2" fmla="*/ 134123 h 2221336"/>
                <a:gd name="csX3" fmla="*/ 3360840 w 9132495"/>
                <a:gd name="csY3" fmla="*/ 120270 h 2221336"/>
                <a:gd name="csX4" fmla="*/ 3543423 w 9132495"/>
                <a:gd name="csY4" fmla="*/ 119403 h 2221336"/>
                <a:gd name="csX5" fmla="*/ 5758543 w 9132495"/>
                <a:gd name="csY5" fmla="*/ 134124 h 2221336"/>
                <a:gd name="csX6" fmla="*/ 5945207 w 9132495"/>
                <a:gd name="csY6" fmla="*/ 135733 h 2221336"/>
                <a:gd name="csX7" fmla="*/ 8169233 w 9132495"/>
                <a:gd name="csY7" fmla="*/ 132517 h 2221336"/>
                <a:gd name="csX8" fmla="*/ 8350208 w 9132495"/>
                <a:gd name="csY8" fmla="*/ 130042 h 2221336"/>
                <a:gd name="csX9" fmla="*/ 9132495 w 9132495"/>
                <a:gd name="csY9" fmla="*/ 91818 h 2221336"/>
                <a:gd name="csX10" fmla="*/ 9128413 w 9132495"/>
                <a:gd name="csY10" fmla="*/ 2212306 h 2221336"/>
                <a:gd name="csX11" fmla="*/ 0 w 9132495"/>
                <a:gd name="csY11" fmla="*/ 2221336 h 2221336"/>
                <a:gd name="csX12" fmla="*/ 0 w 9132495"/>
                <a:gd name="csY12" fmla="*/ 4609 h 2221336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100121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100121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67464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67464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67464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67464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9132495" h="2229639">
                  <a:moveTo>
                    <a:pt x="0" y="12912"/>
                  </a:moveTo>
                  <a:cubicBezTo>
                    <a:pt x="351517" y="25860"/>
                    <a:pt x="572407" y="2067"/>
                    <a:pt x="1017814" y="137480"/>
                  </a:cubicBezTo>
                  <a:lnTo>
                    <a:pt x="1216726" y="142426"/>
                  </a:lnTo>
                  <a:cubicBezTo>
                    <a:pt x="1788556" y="-29559"/>
                    <a:pt x="2482849" y="-38259"/>
                    <a:pt x="3360840" y="128573"/>
                  </a:cubicBezTo>
                  <a:lnTo>
                    <a:pt x="3543423" y="127706"/>
                  </a:lnTo>
                  <a:cubicBezTo>
                    <a:pt x="4294043" y="-42919"/>
                    <a:pt x="5016088" y="6891"/>
                    <a:pt x="5758543" y="142427"/>
                  </a:cubicBezTo>
                  <a:lnTo>
                    <a:pt x="5945207" y="144036"/>
                  </a:lnTo>
                  <a:cubicBezTo>
                    <a:pt x="6649809" y="-57061"/>
                    <a:pt x="7423809" y="-37722"/>
                    <a:pt x="8169233" y="140820"/>
                  </a:cubicBezTo>
                  <a:lnTo>
                    <a:pt x="8350208" y="138345"/>
                  </a:lnTo>
                  <a:cubicBezTo>
                    <a:pt x="8766091" y="56207"/>
                    <a:pt x="8871733" y="80205"/>
                    <a:pt x="9132495" y="67464"/>
                  </a:cubicBezTo>
                  <a:cubicBezTo>
                    <a:pt x="9131134" y="774293"/>
                    <a:pt x="9129774" y="1513780"/>
                    <a:pt x="9128413" y="2220609"/>
                  </a:cubicBezTo>
                  <a:lnTo>
                    <a:pt x="0" y="2229639"/>
                  </a:lnTo>
                  <a:lnTo>
                    <a:pt x="0" y="12912"/>
                  </a:lnTo>
                  <a:close/>
                </a:path>
              </a:pathLst>
            </a:custGeom>
            <a:solidFill>
              <a:schemeClr val="accent1">
                <a:alpha val="30724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92D6FB-5455-F63C-8211-06C0425FF6BE}"/>
                </a:ext>
              </a:extLst>
            </p:cNvPr>
            <p:cNvCxnSpPr>
              <a:cxnSpLocks/>
            </p:cNvCxnSpPr>
            <p:nvPr/>
          </p:nvCxnSpPr>
          <p:spPr>
            <a:xfrm>
              <a:off x="2730570" y="2017839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1B503EE-7C3E-71A8-AC91-3905B57F9675}"/>
                </a:ext>
              </a:extLst>
            </p:cNvPr>
            <p:cNvCxnSpPr>
              <a:cxnSpLocks/>
            </p:cNvCxnSpPr>
            <p:nvPr/>
          </p:nvCxnSpPr>
          <p:spPr>
            <a:xfrm>
              <a:off x="2670937" y="1306913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9452B69-96E0-B26A-5455-ECCBB69200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0570" y="1336291"/>
              <a:ext cx="0" cy="656112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69C3FAB-3E83-1121-DCD8-8EBD52021B8B}"/>
                </a:ext>
              </a:extLst>
            </p:cNvPr>
            <p:cNvCxnSpPr>
              <a:cxnSpLocks/>
            </p:cNvCxnSpPr>
            <p:nvPr/>
          </p:nvCxnSpPr>
          <p:spPr>
            <a:xfrm>
              <a:off x="5417630" y="2046007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7B1F1C0-1C52-F550-D23C-EE26CE3AB2C2}"/>
                </a:ext>
              </a:extLst>
            </p:cNvPr>
            <p:cNvCxnSpPr>
              <a:cxnSpLocks/>
            </p:cNvCxnSpPr>
            <p:nvPr/>
          </p:nvCxnSpPr>
          <p:spPr>
            <a:xfrm>
              <a:off x="5763968" y="1345942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84D725F-B1F5-B2A1-8007-60C5C67EEB15}"/>
                </a:ext>
              </a:extLst>
            </p:cNvPr>
            <p:cNvCxnSpPr>
              <a:cxnSpLocks/>
            </p:cNvCxnSpPr>
            <p:nvPr/>
          </p:nvCxnSpPr>
          <p:spPr>
            <a:xfrm>
              <a:off x="6598233" y="1254058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7C9FC58-05A2-3856-6C07-22D6B2AD05E5}"/>
                </a:ext>
              </a:extLst>
            </p:cNvPr>
            <p:cNvCxnSpPr>
              <a:cxnSpLocks/>
            </p:cNvCxnSpPr>
            <p:nvPr/>
          </p:nvCxnSpPr>
          <p:spPr>
            <a:xfrm>
              <a:off x="5848327" y="3163175"/>
              <a:ext cx="190648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42EA8F9-A68E-C486-0292-0EB91CE110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3736" y="2036525"/>
              <a:ext cx="0" cy="112665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78A7BE1-B30D-F059-371A-DCE2286EE3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7926" y="1345942"/>
              <a:ext cx="0" cy="1801198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A8B09EAF-68F7-F0E2-AF0B-48D5220106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3411" y="1266825"/>
              <a:ext cx="0" cy="189635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BCC13FC-B74E-2937-D61A-4FEEC9942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83800" y="2596470"/>
              <a:ext cx="241300" cy="184413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F4A9F6D2-C2FE-E5DA-87B8-EE231569C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39334" y="2061938"/>
              <a:ext cx="139700" cy="184413"/>
            </a:xfrm>
            <a:prstGeom prst="rect">
              <a:avLst/>
            </a:prstGeom>
          </p:spPr>
        </p:pic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C77EF7C-EC35-2C49-A2F4-216881C724C9}"/>
                </a:ext>
              </a:extLst>
            </p:cNvPr>
            <p:cNvCxnSpPr>
              <a:cxnSpLocks/>
            </p:cNvCxnSpPr>
            <p:nvPr/>
          </p:nvCxnSpPr>
          <p:spPr>
            <a:xfrm>
              <a:off x="1146537" y="498482"/>
              <a:ext cx="233394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B1A49B3-25B1-FE45-931D-96DB12CBC55F}"/>
                </a:ext>
              </a:extLst>
            </p:cNvPr>
            <p:cNvGrpSpPr/>
            <p:nvPr/>
          </p:nvGrpSpPr>
          <p:grpSpPr>
            <a:xfrm>
              <a:off x="1154722" y="329167"/>
              <a:ext cx="2325756" cy="496227"/>
              <a:chOff x="1154722" y="92219"/>
              <a:chExt cx="2325756" cy="921023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E0181EF-304B-91F3-E252-1DD60ED4C1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4722" y="98843"/>
                <a:ext cx="0" cy="9143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CDE8E37A-E08E-DEC8-C3EC-6E1565021E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80478" y="92219"/>
                <a:ext cx="0" cy="9143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016C5AE4-9CEB-1A15-E8C0-D943F84CF0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22110" y="329167"/>
              <a:ext cx="165100" cy="143432"/>
            </a:xfrm>
            <a:prstGeom prst="rect">
              <a:avLst/>
            </a:prstGeom>
          </p:spPr>
        </p:pic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E378101B-32C6-23AA-D193-8A2CE1124BC0}"/>
                </a:ext>
              </a:extLst>
            </p:cNvPr>
            <p:cNvSpPr/>
            <p:nvPr/>
          </p:nvSpPr>
          <p:spPr>
            <a:xfrm>
              <a:off x="5897217" y="521152"/>
              <a:ext cx="887896" cy="449006"/>
            </a:xfrm>
            <a:custGeom>
              <a:avLst/>
              <a:gdLst>
                <a:gd name="csX0" fmla="*/ 0 w 887896"/>
                <a:gd name="csY0" fmla="*/ 556592 h 556592"/>
                <a:gd name="csX1" fmla="*/ 0 w 887896"/>
                <a:gd name="csY1" fmla="*/ 0 h 556592"/>
                <a:gd name="csX2" fmla="*/ 887896 w 887896"/>
                <a:gd name="csY2" fmla="*/ 13253 h 5565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87896" h="556592">
                  <a:moveTo>
                    <a:pt x="0" y="556592"/>
                  </a:moveTo>
                  <a:lnTo>
                    <a:pt x="0" y="0"/>
                  </a:lnTo>
                  <a:lnTo>
                    <a:pt x="887896" y="13253"/>
                  </a:lnTo>
                </a:path>
              </a:pathLst>
            </a:custGeom>
            <a:noFill/>
            <a:ln>
              <a:tailEnd type="triangle" w="lg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BAAEE636-B708-8811-2066-26C95E271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57734" y="287298"/>
              <a:ext cx="927100" cy="184413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C7646246-1DB9-DE37-1A4F-943C6A77B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55604" y="875280"/>
              <a:ext cx="685800" cy="184413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D580428-87FF-8E38-6CDD-83DD9185E34F}"/>
                </a:ext>
              </a:extLst>
            </p:cNvPr>
            <p:cNvSpPr/>
            <p:nvPr/>
          </p:nvSpPr>
          <p:spPr>
            <a:xfrm>
              <a:off x="-2353" y="4111537"/>
              <a:ext cx="9143999" cy="274251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2D676ABE-F792-40DE-1503-2C2C1CCBFC42}"/>
                </a:ext>
              </a:extLst>
            </p:cNvPr>
            <p:cNvGrpSpPr>
              <a:grpSpLocks/>
            </p:cNvGrpSpPr>
            <p:nvPr/>
          </p:nvGrpSpPr>
          <p:grpSpPr>
            <a:xfrm>
              <a:off x="3763619" y="146345"/>
              <a:ext cx="1570385" cy="250341"/>
              <a:chOff x="3763619" y="41415"/>
              <a:chExt cx="1570385" cy="310325"/>
            </a:xfrm>
          </p:grpSpPr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760DFE8B-D2EC-1FE4-A9AE-9F7E53797F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64050" y="106572"/>
                <a:ext cx="215900" cy="177800"/>
              </a:xfrm>
              <a:prstGeom prst="rect">
                <a:avLst/>
              </a:prstGeom>
            </p:spPr>
          </p:pic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FC373489-2CA2-2160-31C7-C30F628F94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36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884070FB-85EB-9276-A760-6C383D168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60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9D06983-5A9B-01B8-FC26-871CB14868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84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DD14CDAF-682C-B999-39DD-933A481F73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08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07468177-CFED-95BC-8DC4-06B80D62D1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32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F852FAF1-A8E8-FDBF-6ABA-9795A3F03D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44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33183263-6D03-8FA6-DF86-6464459D36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68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82701E07-065C-AE30-694A-EDF53DEA3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92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F8DA97B6-8B26-9E85-1B2F-C186EA535F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16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4BDD1427-500C-16B2-9F83-590949732E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340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9D59A0AA-F54E-8506-E444-5835A6ED293A}"/>
                </a:ext>
              </a:extLst>
            </p:cNvPr>
            <p:cNvSpPr/>
            <p:nvPr/>
          </p:nvSpPr>
          <p:spPr>
            <a:xfrm>
              <a:off x="976131" y="4094742"/>
              <a:ext cx="308759" cy="1376320"/>
            </a:xfrm>
            <a:custGeom>
              <a:avLst/>
              <a:gdLst>
                <a:gd name="csX0" fmla="*/ 0 w 308759"/>
                <a:gd name="csY0" fmla="*/ 0 h 760021"/>
                <a:gd name="csX1" fmla="*/ 154380 w 308759"/>
                <a:gd name="csY1" fmla="*/ 760021 h 760021"/>
                <a:gd name="csX2" fmla="*/ 308759 w 308759"/>
                <a:gd name="csY2" fmla="*/ 11876 h 760021"/>
                <a:gd name="csX0" fmla="*/ 0 w 308759"/>
                <a:gd name="csY0" fmla="*/ 0 h 760026"/>
                <a:gd name="csX1" fmla="*/ 154380 w 308759"/>
                <a:gd name="csY1" fmla="*/ 760021 h 760026"/>
                <a:gd name="csX2" fmla="*/ 308759 w 308759"/>
                <a:gd name="csY2" fmla="*/ 11876 h 760026"/>
                <a:gd name="csX0" fmla="*/ 0 w 308759"/>
                <a:gd name="csY0" fmla="*/ 9145 h 769169"/>
                <a:gd name="csX1" fmla="*/ 154380 w 308759"/>
                <a:gd name="csY1" fmla="*/ 769166 h 769169"/>
                <a:gd name="csX2" fmla="*/ 308759 w 308759"/>
                <a:gd name="csY2" fmla="*/ 0 h 769169"/>
                <a:gd name="csX0" fmla="*/ 0 w 308759"/>
                <a:gd name="csY0" fmla="*/ 0 h 760026"/>
                <a:gd name="csX1" fmla="*/ 154380 w 308759"/>
                <a:gd name="csY1" fmla="*/ 760021 h 760026"/>
                <a:gd name="csX2" fmla="*/ 308759 w 308759"/>
                <a:gd name="csY2" fmla="*/ 11875 h 760026"/>
                <a:gd name="csX0" fmla="*/ 0 w 308759"/>
                <a:gd name="csY0" fmla="*/ 0 h 749511"/>
                <a:gd name="csX1" fmla="*/ 154380 w 308759"/>
                <a:gd name="csY1" fmla="*/ 749511 h 749511"/>
                <a:gd name="csX2" fmla="*/ 308759 w 308759"/>
                <a:gd name="csY2" fmla="*/ 1365 h 749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08759" h="749511">
                  <a:moveTo>
                    <a:pt x="0" y="0"/>
                  </a:moveTo>
                  <a:cubicBezTo>
                    <a:pt x="51460" y="253340"/>
                    <a:pt x="102920" y="749284"/>
                    <a:pt x="154380" y="749511"/>
                  </a:cubicBezTo>
                  <a:cubicBezTo>
                    <a:pt x="205840" y="749738"/>
                    <a:pt x="257299" y="250747"/>
                    <a:pt x="308759" y="1365"/>
                  </a:cubicBezTo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E1C18DE0-A2D8-67EF-BE64-9549739C002F}"/>
                </a:ext>
              </a:extLst>
            </p:cNvPr>
            <p:cNvGrpSpPr/>
            <p:nvPr/>
          </p:nvGrpSpPr>
          <p:grpSpPr>
            <a:xfrm>
              <a:off x="3315536" y="4063307"/>
              <a:ext cx="308759" cy="1376320"/>
              <a:chOff x="3315536" y="4063307"/>
              <a:chExt cx="308759" cy="1376320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914797A9-FFFB-42D1-3A69-7589DA40ACA1}"/>
                  </a:ext>
                </a:extLst>
              </p:cNvPr>
              <p:cNvSpPr/>
              <p:nvPr/>
            </p:nvSpPr>
            <p:spPr>
              <a:xfrm>
                <a:off x="3315536" y="4063307"/>
                <a:ext cx="308759" cy="1376320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  <a:gd name="csX0" fmla="*/ 0 w 308759"/>
                  <a:gd name="csY0" fmla="*/ 9145 h 769169"/>
                  <a:gd name="csX1" fmla="*/ 154380 w 308759"/>
                  <a:gd name="csY1" fmla="*/ 769166 h 769169"/>
                  <a:gd name="csX2" fmla="*/ 308759 w 308759"/>
                  <a:gd name="csY2" fmla="*/ 0 h 769169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5 h 760026"/>
                  <a:gd name="csX0" fmla="*/ 0 w 308759"/>
                  <a:gd name="csY0" fmla="*/ 0 h 749511"/>
                  <a:gd name="csX1" fmla="*/ 154380 w 308759"/>
                  <a:gd name="csY1" fmla="*/ 749511 h 749511"/>
                  <a:gd name="csX2" fmla="*/ 308759 w 308759"/>
                  <a:gd name="csY2" fmla="*/ 1365 h 7495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49511">
                    <a:moveTo>
                      <a:pt x="0" y="0"/>
                    </a:moveTo>
                    <a:cubicBezTo>
                      <a:pt x="51460" y="253340"/>
                      <a:pt x="102920" y="749284"/>
                      <a:pt x="154380" y="749511"/>
                    </a:cubicBezTo>
                    <a:cubicBezTo>
                      <a:pt x="205840" y="749738"/>
                      <a:pt x="257299" y="250747"/>
                      <a:pt x="308759" y="1365"/>
                    </a:cubicBezTo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F963ACCF-4506-D767-6686-E3926702B731}"/>
                  </a:ext>
                </a:extLst>
              </p:cNvPr>
              <p:cNvSpPr/>
              <p:nvPr/>
            </p:nvSpPr>
            <p:spPr>
              <a:xfrm>
                <a:off x="3428374" y="5326660"/>
                <a:ext cx="80826" cy="103330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60026">
                    <a:moveTo>
                      <a:pt x="0" y="0"/>
                    </a:moveTo>
                    <a:cubicBezTo>
                      <a:pt x="51460" y="253340"/>
                      <a:pt x="102920" y="758042"/>
                      <a:pt x="154380" y="760021"/>
                    </a:cubicBezTo>
                    <a:cubicBezTo>
                      <a:pt x="205840" y="762000"/>
                      <a:pt x="257299" y="261258"/>
                      <a:pt x="308759" y="11876"/>
                    </a:cubicBezTo>
                  </a:path>
                </a:pathLst>
              </a:cu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3574C95A-5196-9998-0A5F-683F35643340}"/>
                </a:ext>
              </a:extLst>
            </p:cNvPr>
            <p:cNvSpPr/>
            <p:nvPr/>
          </p:nvSpPr>
          <p:spPr>
            <a:xfrm>
              <a:off x="5699578" y="4085098"/>
              <a:ext cx="308759" cy="1376320"/>
            </a:xfrm>
            <a:custGeom>
              <a:avLst/>
              <a:gdLst>
                <a:gd name="csX0" fmla="*/ 0 w 308759"/>
                <a:gd name="csY0" fmla="*/ 0 h 760021"/>
                <a:gd name="csX1" fmla="*/ 154380 w 308759"/>
                <a:gd name="csY1" fmla="*/ 760021 h 760021"/>
                <a:gd name="csX2" fmla="*/ 308759 w 308759"/>
                <a:gd name="csY2" fmla="*/ 11876 h 760021"/>
                <a:gd name="csX0" fmla="*/ 0 w 308759"/>
                <a:gd name="csY0" fmla="*/ 0 h 760026"/>
                <a:gd name="csX1" fmla="*/ 154380 w 308759"/>
                <a:gd name="csY1" fmla="*/ 760021 h 760026"/>
                <a:gd name="csX2" fmla="*/ 308759 w 308759"/>
                <a:gd name="csY2" fmla="*/ 11876 h 760026"/>
                <a:gd name="csX0" fmla="*/ 0 w 308759"/>
                <a:gd name="csY0" fmla="*/ 9145 h 769169"/>
                <a:gd name="csX1" fmla="*/ 154380 w 308759"/>
                <a:gd name="csY1" fmla="*/ 769166 h 769169"/>
                <a:gd name="csX2" fmla="*/ 308759 w 308759"/>
                <a:gd name="csY2" fmla="*/ 0 h 769169"/>
                <a:gd name="csX0" fmla="*/ 0 w 308759"/>
                <a:gd name="csY0" fmla="*/ 0 h 760026"/>
                <a:gd name="csX1" fmla="*/ 154380 w 308759"/>
                <a:gd name="csY1" fmla="*/ 760021 h 760026"/>
                <a:gd name="csX2" fmla="*/ 308759 w 308759"/>
                <a:gd name="csY2" fmla="*/ 11875 h 760026"/>
                <a:gd name="csX0" fmla="*/ 0 w 308759"/>
                <a:gd name="csY0" fmla="*/ 0 h 749511"/>
                <a:gd name="csX1" fmla="*/ 154380 w 308759"/>
                <a:gd name="csY1" fmla="*/ 749511 h 749511"/>
                <a:gd name="csX2" fmla="*/ 308759 w 308759"/>
                <a:gd name="csY2" fmla="*/ 1365 h 749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08759" h="749511">
                  <a:moveTo>
                    <a:pt x="0" y="0"/>
                  </a:moveTo>
                  <a:cubicBezTo>
                    <a:pt x="51460" y="253340"/>
                    <a:pt x="102920" y="749284"/>
                    <a:pt x="154380" y="749511"/>
                  </a:cubicBezTo>
                  <a:cubicBezTo>
                    <a:pt x="205840" y="749738"/>
                    <a:pt x="257299" y="250747"/>
                    <a:pt x="308759" y="1365"/>
                  </a:cubicBezTo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F24D7428-A56A-42AB-2B7B-53836FF7C52C}"/>
                </a:ext>
              </a:extLst>
            </p:cNvPr>
            <p:cNvSpPr/>
            <p:nvPr/>
          </p:nvSpPr>
          <p:spPr>
            <a:xfrm>
              <a:off x="5780666" y="5042221"/>
              <a:ext cx="142082" cy="409560"/>
            </a:xfrm>
            <a:custGeom>
              <a:avLst/>
              <a:gdLst>
                <a:gd name="csX0" fmla="*/ 0 w 308759"/>
                <a:gd name="csY0" fmla="*/ 0 h 760021"/>
                <a:gd name="csX1" fmla="*/ 154380 w 308759"/>
                <a:gd name="csY1" fmla="*/ 760021 h 760021"/>
                <a:gd name="csX2" fmla="*/ 308759 w 308759"/>
                <a:gd name="csY2" fmla="*/ 11876 h 760021"/>
                <a:gd name="csX0" fmla="*/ 0 w 308759"/>
                <a:gd name="csY0" fmla="*/ 0 h 760026"/>
                <a:gd name="csX1" fmla="*/ 154380 w 308759"/>
                <a:gd name="csY1" fmla="*/ 760021 h 760026"/>
                <a:gd name="csX2" fmla="*/ 308759 w 308759"/>
                <a:gd name="csY2" fmla="*/ 11876 h 7600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08759" h="760026">
                  <a:moveTo>
                    <a:pt x="0" y="0"/>
                  </a:moveTo>
                  <a:cubicBezTo>
                    <a:pt x="51460" y="253340"/>
                    <a:pt x="102920" y="758042"/>
                    <a:pt x="154380" y="760021"/>
                  </a:cubicBezTo>
                  <a:cubicBezTo>
                    <a:pt x="205840" y="762000"/>
                    <a:pt x="257299" y="261258"/>
                    <a:pt x="308759" y="11876"/>
                  </a:cubicBezTo>
                </a:path>
              </a:pathLst>
            </a:cu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8A8434E-5A16-C5F6-5CB6-3992EF7D2B29}"/>
                </a:ext>
              </a:extLst>
            </p:cNvPr>
            <p:cNvGrpSpPr/>
            <p:nvPr/>
          </p:nvGrpSpPr>
          <p:grpSpPr>
            <a:xfrm>
              <a:off x="8110268" y="4085091"/>
              <a:ext cx="308759" cy="1376320"/>
              <a:chOff x="2061051" y="803632"/>
              <a:chExt cx="308759" cy="749511"/>
            </a:xfrm>
          </p:grpSpPr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62CA4D74-C6A6-14DB-6F4F-C0ACBE2C2304}"/>
                  </a:ext>
                </a:extLst>
              </p:cNvPr>
              <p:cNvSpPr/>
              <p:nvPr/>
            </p:nvSpPr>
            <p:spPr>
              <a:xfrm>
                <a:off x="2061051" y="803632"/>
                <a:ext cx="308759" cy="749511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  <a:gd name="csX0" fmla="*/ 0 w 308759"/>
                  <a:gd name="csY0" fmla="*/ 9145 h 769169"/>
                  <a:gd name="csX1" fmla="*/ 154380 w 308759"/>
                  <a:gd name="csY1" fmla="*/ 769166 h 769169"/>
                  <a:gd name="csX2" fmla="*/ 308759 w 308759"/>
                  <a:gd name="csY2" fmla="*/ 0 h 769169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5 h 760026"/>
                  <a:gd name="csX0" fmla="*/ 0 w 308759"/>
                  <a:gd name="csY0" fmla="*/ 0 h 749511"/>
                  <a:gd name="csX1" fmla="*/ 154380 w 308759"/>
                  <a:gd name="csY1" fmla="*/ 749511 h 749511"/>
                  <a:gd name="csX2" fmla="*/ 308759 w 308759"/>
                  <a:gd name="csY2" fmla="*/ 1365 h 7495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49511">
                    <a:moveTo>
                      <a:pt x="0" y="0"/>
                    </a:moveTo>
                    <a:cubicBezTo>
                      <a:pt x="51460" y="253340"/>
                      <a:pt x="102920" y="749284"/>
                      <a:pt x="154380" y="749511"/>
                    </a:cubicBezTo>
                    <a:cubicBezTo>
                      <a:pt x="205840" y="749738"/>
                      <a:pt x="257299" y="250747"/>
                      <a:pt x="308759" y="1365"/>
                    </a:cubicBezTo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DA6A51FF-7AEB-7DBD-D901-429200208404}"/>
                  </a:ext>
                </a:extLst>
              </p:cNvPr>
              <p:cNvSpPr/>
              <p:nvPr/>
            </p:nvSpPr>
            <p:spPr>
              <a:xfrm>
                <a:off x="2123089" y="1171905"/>
                <a:ext cx="189187" cy="375990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60026">
                    <a:moveTo>
                      <a:pt x="0" y="0"/>
                    </a:moveTo>
                    <a:cubicBezTo>
                      <a:pt x="51460" y="253340"/>
                      <a:pt x="102920" y="758042"/>
                      <a:pt x="154380" y="760021"/>
                    </a:cubicBezTo>
                    <a:cubicBezTo>
                      <a:pt x="205840" y="762000"/>
                      <a:pt x="257299" y="261258"/>
                      <a:pt x="308759" y="11876"/>
                    </a:cubicBezTo>
                  </a:path>
                </a:pathLst>
              </a:cu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7ABEA9C-AD8F-5B11-35FE-F718DEA9B129}"/>
                </a:ext>
              </a:extLst>
            </p:cNvPr>
            <p:cNvCxnSpPr>
              <a:cxnSpLocks/>
            </p:cNvCxnSpPr>
            <p:nvPr/>
          </p:nvCxnSpPr>
          <p:spPr>
            <a:xfrm>
              <a:off x="5411776" y="5016779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1F6B086E-1379-33CC-F089-75A2EFA8D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819810" y="5087191"/>
              <a:ext cx="139700" cy="133187"/>
            </a:xfrm>
            <a:prstGeom prst="rect">
              <a:avLst/>
            </a:prstGeom>
          </p:spPr>
        </p:pic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E2D422A-B157-88F3-8A53-E6E738C3E166}"/>
                </a:ext>
              </a:extLst>
            </p:cNvPr>
            <p:cNvCxnSpPr>
              <a:cxnSpLocks/>
            </p:cNvCxnSpPr>
            <p:nvPr/>
          </p:nvCxnSpPr>
          <p:spPr>
            <a:xfrm>
              <a:off x="1144185" y="3923538"/>
              <a:ext cx="233394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3C00EB4-CE24-6E63-29E7-ADB0542C749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52370" y="3754223"/>
              <a:ext cx="2325756" cy="496227"/>
              <a:chOff x="1154722" y="92219"/>
              <a:chExt cx="2325756" cy="921023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42112450-96B4-4229-3DDE-24CB9EAAE9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4722" y="98843"/>
                <a:ext cx="0" cy="9143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F9BD9DBD-52D4-9740-5D16-83EC5E3CB6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80478" y="92219"/>
                <a:ext cx="0" cy="9143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6C4DCE86-8E40-A948-1166-001B4FE138DB}"/>
                </a:ext>
              </a:extLst>
            </p:cNvPr>
            <p:cNvSpPr/>
            <p:nvPr/>
          </p:nvSpPr>
          <p:spPr>
            <a:xfrm>
              <a:off x="-13590" y="4633045"/>
              <a:ext cx="9170428" cy="2233343"/>
            </a:xfrm>
            <a:custGeom>
              <a:avLst/>
              <a:gdLst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422072 w 9185563"/>
                <a:gd name="csY3" fmla="*/ 152400 h 2244436"/>
                <a:gd name="csX4" fmla="*/ 3588327 w 9185563"/>
                <a:gd name="csY4" fmla="*/ 180109 h 2244436"/>
                <a:gd name="csX5" fmla="*/ 5791200 w 9185563"/>
                <a:gd name="csY5" fmla="*/ 166254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422072 w 9185563"/>
                <a:gd name="csY3" fmla="*/ 152400 h 2244436"/>
                <a:gd name="csX4" fmla="*/ 3543423 w 9185563"/>
                <a:gd name="csY4" fmla="*/ 114794 h 2244436"/>
                <a:gd name="csX5" fmla="*/ 5791200 w 9185563"/>
                <a:gd name="csY5" fmla="*/ 166254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9004 w 9185563"/>
                <a:gd name="csY3" fmla="*/ 127908 h 2244436"/>
                <a:gd name="csX4" fmla="*/ 3543423 w 9185563"/>
                <a:gd name="csY4" fmla="*/ 114794 h 2244436"/>
                <a:gd name="csX5" fmla="*/ 5791200 w 9185563"/>
                <a:gd name="csY5" fmla="*/ 166254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91200 w 9185563"/>
                <a:gd name="csY5" fmla="*/ 166254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45207 w 9185563"/>
                <a:gd name="csY6" fmla="*/ 131124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45207 w 9185563"/>
                <a:gd name="csY6" fmla="*/ 131124 h 2244436"/>
                <a:gd name="csX7" fmla="*/ 8169233 w 9185563"/>
                <a:gd name="csY7" fmla="*/ 127908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45207 w 9185563"/>
                <a:gd name="csY6" fmla="*/ 131124 h 2244436"/>
                <a:gd name="csX7" fmla="*/ 8169233 w 9185563"/>
                <a:gd name="csY7" fmla="*/ 127908 h 2244436"/>
                <a:gd name="csX8" fmla="*/ 8350208 w 9185563"/>
                <a:gd name="csY8" fmla="*/ 125433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45207 w 9185563"/>
                <a:gd name="csY6" fmla="*/ 131124 h 2244436"/>
                <a:gd name="csX7" fmla="*/ 8169233 w 9185563"/>
                <a:gd name="csY7" fmla="*/ 127908 h 2244436"/>
                <a:gd name="csX8" fmla="*/ 8350208 w 9185563"/>
                <a:gd name="csY8" fmla="*/ 125433 h 2244436"/>
                <a:gd name="csX9" fmla="*/ 9132495 w 9185563"/>
                <a:gd name="csY9" fmla="*/ 87209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32495"/>
                <a:gd name="csY0" fmla="*/ 0 h 2216727"/>
                <a:gd name="csX1" fmla="*/ 1066800 w 9132495"/>
                <a:gd name="csY1" fmla="*/ 193964 h 2216727"/>
                <a:gd name="csX2" fmla="*/ 1233054 w 9132495"/>
                <a:gd name="csY2" fmla="*/ 16625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66800 w 9132495"/>
                <a:gd name="csY1" fmla="*/ 193964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38225 w 9132495"/>
                <a:gd name="csY1" fmla="*/ 136814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17814 w 9132495"/>
                <a:gd name="csY1" fmla="*/ 124568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17814 w 9132495"/>
                <a:gd name="csY1" fmla="*/ 124568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17814 w 9132495"/>
                <a:gd name="csY1" fmla="*/ 124568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17814 w 9132495"/>
                <a:gd name="csY1" fmla="*/ 124568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4609 h 2221336"/>
                <a:gd name="csX1" fmla="*/ 1017814 w 9132495"/>
                <a:gd name="csY1" fmla="*/ 129177 h 2221336"/>
                <a:gd name="csX2" fmla="*/ 1216726 w 9132495"/>
                <a:gd name="csY2" fmla="*/ 134123 h 2221336"/>
                <a:gd name="csX3" fmla="*/ 3360840 w 9132495"/>
                <a:gd name="csY3" fmla="*/ 120270 h 2221336"/>
                <a:gd name="csX4" fmla="*/ 3543423 w 9132495"/>
                <a:gd name="csY4" fmla="*/ 119403 h 2221336"/>
                <a:gd name="csX5" fmla="*/ 5758543 w 9132495"/>
                <a:gd name="csY5" fmla="*/ 134124 h 2221336"/>
                <a:gd name="csX6" fmla="*/ 5945207 w 9132495"/>
                <a:gd name="csY6" fmla="*/ 135733 h 2221336"/>
                <a:gd name="csX7" fmla="*/ 8169233 w 9132495"/>
                <a:gd name="csY7" fmla="*/ 132517 h 2221336"/>
                <a:gd name="csX8" fmla="*/ 8350208 w 9132495"/>
                <a:gd name="csY8" fmla="*/ 130042 h 2221336"/>
                <a:gd name="csX9" fmla="*/ 9132495 w 9132495"/>
                <a:gd name="csY9" fmla="*/ 91818 h 2221336"/>
                <a:gd name="csX10" fmla="*/ 9128413 w 9132495"/>
                <a:gd name="csY10" fmla="*/ 2212306 h 2221336"/>
                <a:gd name="csX11" fmla="*/ 0 w 9132495"/>
                <a:gd name="csY11" fmla="*/ 2221336 h 2221336"/>
                <a:gd name="csX12" fmla="*/ 0 w 9132495"/>
                <a:gd name="csY12" fmla="*/ 4609 h 2221336"/>
                <a:gd name="csX0" fmla="*/ 0 w 9132495"/>
                <a:gd name="csY0" fmla="*/ 4609 h 2221336"/>
                <a:gd name="csX1" fmla="*/ 1017814 w 9132495"/>
                <a:gd name="csY1" fmla="*/ 129177 h 2221336"/>
                <a:gd name="csX2" fmla="*/ 1216726 w 9132495"/>
                <a:gd name="csY2" fmla="*/ 134123 h 2221336"/>
                <a:gd name="csX3" fmla="*/ 3360840 w 9132495"/>
                <a:gd name="csY3" fmla="*/ 120270 h 2221336"/>
                <a:gd name="csX4" fmla="*/ 3543423 w 9132495"/>
                <a:gd name="csY4" fmla="*/ 119403 h 2221336"/>
                <a:gd name="csX5" fmla="*/ 5758543 w 9132495"/>
                <a:gd name="csY5" fmla="*/ 134124 h 2221336"/>
                <a:gd name="csX6" fmla="*/ 5945207 w 9132495"/>
                <a:gd name="csY6" fmla="*/ 135733 h 2221336"/>
                <a:gd name="csX7" fmla="*/ 8169233 w 9132495"/>
                <a:gd name="csY7" fmla="*/ 132517 h 2221336"/>
                <a:gd name="csX8" fmla="*/ 8350208 w 9132495"/>
                <a:gd name="csY8" fmla="*/ 130042 h 2221336"/>
                <a:gd name="csX9" fmla="*/ 9132495 w 9132495"/>
                <a:gd name="csY9" fmla="*/ 91818 h 2221336"/>
                <a:gd name="csX10" fmla="*/ 9128413 w 9132495"/>
                <a:gd name="csY10" fmla="*/ 2212306 h 2221336"/>
                <a:gd name="csX11" fmla="*/ 0 w 9132495"/>
                <a:gd name="csY11" fmla="*/ 2221336 h 2221336"/>
                <a:gd name="csX12" fmla="*/ 0 w 9132495"/>
                <a:gd name="csY12" fmla="*/ 4609 h 2221336"/>
                <a:gd name="csX0" fmla="*/ 0 w 9132495"/>
                <a:gd name="csY0" fmla="*/ 4609 h 2221336"/>
                <a:gd name="csX1" fmla="*/ 1017814 w 9132495"/>
                <a:gd name="csY1" fmla="*/ 129177 h 2221336"/>
                <a:gd name="csX2" fmla="*/ 1216726 w 9132495"/>
                <a:gd name="csY2" fmla="*/ 134123 h 2221336"/>
                <a:gd name="csX3" fmla="*/ 3360840 w 9132495"/>
                <a:gd name="csY3" fmla="*/ 120270 h 2221336"/>
                <a:gd name="csX4" fmla="*/ 3543423 w 9132495"/>
                <a:gd name="csY4" fmla="*/ 119403 h 2221336"/>
                <a:gd name="csX5" fmla="*/ 5758543 w 9132495"/>
                <a:gd name="csY5" fmla="*/ 134124 h 2221336"/>
                <a:gd name="csX6" fmla="*/ 5945207 w 9132495"/>
                <a:gd name="csY6" fmla="*/ 135733 h 2221336"/>
                <a:gd name="csX7" fmla="*/ 8169233 w 9132495"/>
                <a:gd name="csY7" fmla="*/ 132517 h 2221336"/>
                <a:gd name="csX8" fmla="*/ 8350208 w 9132495"/>
                <a:gd name="csY8" fmla="*/ 130042 h 2221336"/>
                <a:gd name="csX9" fmla="*/ 9132495 w 9132495"/>
                <a:gd name="csY9" fmla="*/ 91818 h 2221336"/>
                <a:gd name="csX10" fmla="*/ 9128413 w 9132495"/>
                <a:gd name="csY10" fmla="*/ 2212306 h 2221336"/>
                <a:gd name="csX11" fmla="*/ 0 w 9132495"/>
                <a:gd name="csY11" fmla="*/ 2221336 h 2221336"/>
                <a:gd name="csX12" fmla="*/ 0 w 9132495"/>
                <a:gd name="csY12" fmla="*/ 4609 h 2221336"/>
                <a:gd name="csX0" fmla="*/ 0 w 9132495"/>
                <a:gd name="csY0" fmla="*/ 4609 h 2221336"/>
                <a:gd name="csX1" fmla="*/ 1017814 w 9132495"/>
                <a:gd name="csY1" fmla="*/ 129177 h 2221336"/>
                <a:gd name="csX2" fmla="*/ 1216726 w 9132495"/>
                <a:gd name="csY2" fmla="*/ 134123 h 2221336"/>
                <a:gd name="csX3" fmla="*/ 3360840 w 9132495"/>
                <a:gd name="csY3" fmla="*/ 120270 h 2221336"/>
                <a:gd name="csX4" fmla="*/ 3543423 w 9132495"/>
                <a:gd name="csY4" fmla="*/ 119403 h 2221336"/>
                <a:gd name="csX5" fmla="*/ 5758543 w 9132495"/>
                <a:gd name="csY5" fmla="*/ 134124 h 2221336"/>
                <a:gd name="csX6" fmla="*/ 5945207 w 9132495"/>
                <a:gd name="csY6" fmla="*/ 135733 h 2221336"/>
                <a:gd name="csX7" fmla="*/ 8169233 w 9132495"/>
                <a:gd name="csY7" fmla="*/ 132517 h 2221336"/>
                <a:gd name="csX8" fmla="*/ 8350208 w 9132495"/>
                <a:gd name="csY8" fmla="*/ 130042 h 2221336"/>
                <a:gd name="csX9" fmla="*/ 9132495 w 9132495"/>
                <a:gd name="csY9" fmla="*/ 91818 h 2221336"/>
                <a:gd name="csX10" fmla="*/ 9128413 w 9132495"/>
                <a:gd name="csY10" fmla="*/ 2212306 h 2221336"/>
                <a:gd name="csX11" fmla="*/ 0 w 9132495"/>
                <a:gd name="csY11" fmla="*/ 2221336 h 2221336"/>
                <a:gd name="csX12" fmla="*/ 0 w 9132495"/>
                <a:gd name="csY12" fmla="*/ 4609 h 2221336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100121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100121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67464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67464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67464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67464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74537"/>
                <a:gd name="csY0" fmla="*/ 1284225 h 2229639"/>
                <a:gd name="csX1" fmla="*/ 1059856 w 9174537"/>
                <a:gd name="csY1" fmla="*/ 137480 h 2229639"/>
                <a:gd name="csX2" fmla="*/ 1258768 w 9174537"/>
                <a:gd name="csY2" fmla="*/ 142426 h 2229639"/>
                <a:gd name="csX3" fmla="*/ 3402882 w 9174537"/>
                <a:gd name="csY3" fmla="*/ 128573 h 2229639"/>
                <a:gd name="csX4" fmla="*/ 3585465 w 9174537"/>
                <a:gd name="csY4" fmla="*/ 127706 h 2229639"/>
                <a:gd name="csX5" fmla="*/ 5800585 w 9174537"/>
                <a:gd name="csY5" fmla="*/ 142427 h 2229639"/>
                <a:gd name="csX6" fmla="*/ 5987249 w 9174537"/>
                <a:gd name="csY6" fmla="*/ 144036 h 2229639"/>
                <a:gd name="csX7" fmla="*/ 8211275 w 9174537"/>
                <a:gd name="csY7" fmla="*/ 140820 h 2229639"/>
                <a:gd name="csX8" fmla="*/ 8392250 w 9174537"/>
                <a:gd name="csY8" fmla="*/ 138345 h 2229639"/>
                <a:gd name="csX9" fmla="*/ 9174537 w 9174537"/>
                <a:gd name="csY9" fmla="*/ 67464 h 2229639"/>
                <a:gd name="csX10" fmla="*/ 9170455 w 9174537"/>
                <a:gd name="csY10" fmla="*/ 2220609 h 2229639"/>
                <a:gd name="csX11" fmla="*/ 42042 w 9174537"/>
                <a:gd name="csY11" fmla="*/ 2229639 h 2229639"/>
                <a:gd name="csX12" fmla="*/ 0 w 9174537"/>
                <a:gd name="csY12" fmla="*/ 1284225 h 2229639"/>
                <a:gd name="csX0" fmla="*/ 0 w 9174537"/>
                <a:gd name="csY0" fmla="*/ 1284225 h 2229639"/>
                <a:gd name="csX1" fmla="*/ 1258768 w 9174537"/>
                <a:gd name="csY1" fmla="*/ 142426 h 2229639"/>
                <a:gd name="csX2" fmla="*/ 3402882 w 9174537"/>
                <a:gd name="csY2" fmla="*/ 128573 h 2229639"/>
                <a:gd name="csX3" fmla="*/ 3585465 w 9174537"/>
                <a:gd name="csY3" fmla="*/ 127706 h 2229639"/>
                <a:gd name="csX4" fmla="*/ 5800585 w 9174537"/>
                <a:gd name="csY4" fmla="*/ 142427 h 2229639"/>
                <a:gd name="csX5" fmla="*/ 5987249 w 9174537"/>
                <a:gd name="csY5" fmla="*/ 144036 h 2229639"/>
                <a:gd name="csX6" fmla="*/ 8211275 w 9174537"/>
                <a:gd name="csY6" fmla="*/ 140820 h 2229639"/>
                <a:gd name="csX7" fmla="*/ 8392250 w 9174537"/>
                <a:gd name="csY7" fmla="*/ 138345 h 2229639"/>
                <a:gd name="csX8" fmla="*/ 9174537 w 9174537"/>
                <a:gd name="csY8" fmla="*/ 67464 h 2229639"/>
                <a:gd name="csX9" fmla="*/ 9170455 w 9174537"/>
                <a:gd name="csY9" fmla="*/ 2220609 h 2229639"/>
                <a:gd name="csX10" fmla="*/ 42042 w 9174537"/>
                <a:gd name="csY10" fmla="*/ 2229639 h 2229639"/>
                <a:gd name="csX11" fmla="*/ 0 w 9174537"/>
                <a:gd name="csY11" fmla="*/ 1284225 h 2229639"/>
                <a:gd name="csX0" fmla="*/ 0 w 9174537"/>
                <a:gd name="csY0" fmla="*/ 1284225 h 2229639"/>
                <a:gd name="csX1" fmla="*/ 3402882 w 9174537"/>
                <a:gd name="csY1" fmla="*/ 128573 h 2229639"/>
                <a:gd name="csX2" fmla="*/ 3585465 w 9174537"/>
                <a:gd name="csY2" fmla="*/ 127706 h 2229639"/>
                <a:gd name="csX3" fmla="*/ 5800585 w 9174537"/>
                <a:gd name="csY3" fmla="*/ 142427 h 2229639"/>
                <a:gd name="csX4" fmla="*/ 5987249 w 9174537"/>
                <a:gd name="csY4" fmla="*/ 144036 h 2229639"/>
                <a:gd name="csX5" fmla="*/ 8211275 w 9174537"/>
                <a:gd name="csY5" fmla="*/ 140820 h 2229639"/>
                <a:gd name="csX6" fmla="*/ 8392250 w 9174537"/>
                <a:gd name="csY6" fmla="*/ 138345 h 2229639"/>
                <a:gd name="csX7" fmla="*/ 9174537 w 9174537"/>
                <a:gd name="csY7" fmla="*/ 67464 h 2229639"/>
                <a:gd name="csX8" fmla="*/ 9170455 w 9174537"/>
                <a:gd name="csY8" fmla="*/ 2220609 h 2229639"/>
                <a:gd name="csX9" fmla="*/ 42042 w 9174537"/>
                <a:gd name="csY9" fmla="*/ 2229639 h 2229639"/>
                <a:gd name="csX10" fmla="*/ 0 w 9174537"/>
                <a:gd name="csY10" fmla="*/ 1284225 h 2229639"/>
                <a:gd name="csX0" fmla="*/ 0 w 9174537"/>
                <a:gd name="csY0" fmla="*/ 1284225 h 2229639"/>
                <a:gd name="csX1" fmla="*/ 3392372 w 9174537"/>
                <a:gd name="csY1" fmla="*/ 669132 h 2229639"/>
                <a:gd name="csX2" fmla="*/ 3585465 w 9174537"/>
                <a:gd name="csY2" fmla="*/ 127706 h 2229639"/>
                <a:gd name="csX3" fmla="*/ 5800585 w 9174537"/>
                <a:gd name="csY3" fmla="*/ 142427 h 2229639"/>
                <a:gd name="csX4" fmla="*/ 5987249 w 9174537"/>
                <a:gd name="csY4" fmla="*/ 144036 h 2229639"/>
                <a:gd name="csX5" fmla="*/ 8211275 w 9174537"/>
                <a:gd name="csY5" fmla="*/ 140820 h 2229639"/>
                <a:gd name="csX6" fmla="*/ 8392250 w 9174537"/>
                <a:gd name="csY6" fmla="*/ 138345 h 2229639"/>
                <a:gd name="csX7" fmla="*/ 9174537 w 9174537"/>
                <a:gd name="csY7" fmla="*/ 67464 h 2229639"/>
                <a:gd name="csX8" fmla="*/ 9170455 w 9174537"/>
                <a:gd name="csY8" fmla="*/ 2220609 h 2229639"/>
                <a:gd name="csX9" fmla="*/ 42042 w 9174537"/>
                <a:gd name="csY9" fmla="*/ 2229639 h 2229639"/>
                <a:gd name="csX10" fmla="*/ 0 w 9174537"/>
                <a:gd name="csY10" fmla="*/ 1284225 h 2229639"/>
                <a:gd name="csX0" fmla="*/ 0 w 9174537"/>
                <a:gd name="csY0" fmla="*/ 1284225 h 2229639"/>
                <a:gd name="csX1" fmla="*/ 3392372 w 9174537"/>
                <a:gd name="csY1" fmla="*/ 669132 h 2229639"/>
                <a:gd name="csX2" fmla="*/ 3574955 w 9174537"/>
                <a:gd name="csY2" fmla="*/ 648244 h 2229639"/>
                <a:gd name="csX3" fmla="*/ 5800585 w 9174537"/>
                <a:gd name="csY3" fmla="*/ 142427 h 2229639"/>
                <a:gd name="csX4" fmla="*/ 5987249 w 9174537"/>
                <a:gd name="csY4" fmla="*/ 144036 h 2229639"/>
                <a:gd name="csX5" fmla="*/ 8211275 w 9174537"/>
                <a:gd name="csY5" fmla="*/ 140820 h 2229639"/>
                <a:gd name="csX6" fmla="*/ 8392250 w 9174537"/>
                <a:gd name="csY6" fmla="*/ 138345 h 2229639"/>
                <a:gd name="csX7" fmla="*/ 9174537 w 9174537"/>
                <a:gd name="csY7" fmla="*/ 67464 h 2229639"/>
                <a:gd name="csX8" fmla="*/ 9170455 w 9174537"/>
                <a:gd name="csY8" fmla="*/ 2220609 h 2229639"/>
                <a:gd name="csX9" fmla="*/ 42042 w 9174537"/>
                <a:gd name="csY9" fmla="*/ 2229639 h 2229639"/>
                <a:gd name="csX10" fmla="*/ 0 w 9174537"/>
                <a:gd name="csY10" fmla="*/ 1284225 h 2229639"/>
                <a:gd name="csX0" fmla="*/ 0 w 9174537"/>
                <a:gd name="csY0" fmla="*/ 1284225 h 2229639"/>
                <a:gd name="csX1" fmla="*/ 3392372 w 9174537"/>
                <a:gd name="csY1" fmla="*/ 669132 h 2229639"/>
                <a:gd name="csX2" fmla="*/ 3574955 w 9174537"/>
                <a:gd name="csY2" fmla="*/ 648244 h 2229639"/>
                <a:gd name="csX3" fmla="*/ 5769054 w 9174537"/>
                <a:gd name="csY3" fmla="*/ 422717 h 2229639"/>
                <a:gd name="csX4" fmla="*/ 5987249 w 9174537"/>
                <a:gd name="csY4" fmla="*/ 144036 h 2229639"/>
                <a:gd name="csX5" fmla="*/ 8211275 w 9174537"/>
                <a:gd name="csY5" fmla="*/ 140820 h 2229639"/>
                <a:gd name="csX6" fmla="*/ 8392250 w 9174537"/>
                <a:gd name="csY6" fmla="*/ 138345 h 2229639"/>
                <a:gd name="csX7" fmla="*/ 9174537 w 9174537"/>
                <a:gd name="csY7" fmla="*/ 67464 h 2229639"/>
                <a:gd name="csX8" fmla="*/ 9170455 w 9174537"/>
                <a:gd name="csY8" fmla="*/ 2220609 h 2229639"/>
                <a:gd name="csX9" fmla="*/ 42042 w 9174537"/>
                <a:gd name="csY9" fmla="*/ 2229639 h 2229639"/>
                <a:gd name="csX10" fmla="*/ 0 w 9174537"/>
                <a:gd name="csY10" fmla="*/ 1284225 h 2229639"/>
                <a:gd name="csX0" fmla="*/ 0 w 9174537"/>
                <a:gd name="csY0" fmla="*/ 1216761 h 2162175"/>
                <a:gd name="csX1" fmla="*/ 3392372 w 9174537"/>
                <a:gd name="csY1" fmla="*/ 601668 h 2162175"/>
                <a:gd name="csX2" fmla="*/ 3574955 w 9174537"/>
                <a:gd name="csY2" fmla="*/ 580780 h 2162175"/>
                <a:gd name="csX3" fmla="*/ 5769054 w 9174537"/>
                <a:gd name="csY3" fmla="*/ 355253 h 2162175"/>
                <a:gd name="csX4" fmla="*/ 5976739 w 9174537"/>
                <a:gd name="csY4" fmla="*/ 296798 h 2162175"/>
                <a:gd name="csX5" fmla="*/ 8211275 w 9174537"/>
                <a:gd name="csY5" fmla="*/ 73356 h 2162175"/>
                <a:gd name="csX6" fmla="*/ 8392250 w 9174537"/>
                <a:gd name="csY6" fmla="*/ 70881 h 2162175"/>
                <a:gd name="csX7" fmla="*/ 9174537 w 9174537"/>
                <a:gd name="csY7" fmla="*/ 0 h 2162175"/>
                <a:gd name="csX8" fmla="*/ 9170455 w 9174537"/>
                <a:gd name="csY8" fmla="*/ 2153145 h 2162175"/>
                <a:gd name="csX9" fmla="*/ 42042 w 9174537"/>
                <a:gd name="csY9" fmla="*/ 2162175 h 2162175"/>
                <a:gd name="csX10" fmla="*/ 0 w 9174537"/>
                <a:gd name="csY10" fmla="*/ 1216761 h 2162175"/>
                <a:gd name="csX0" fmla="*/ 0 w 9174537"/>
                <a:gd name="csY0" fmla="*/ 1216761 h 2162175"/>
                <a:gd name="csX1" fmla="*/ 3392372 w 9174537"/>
                <a:gd name="csY1" fmla="*/ 601668 h 2162175"/>
                <a:gd name="csX2" fmla="*/ 3574955 w 9174537"/>
                <a:gd name="csY2" fmla="*/ 580780 h 2162175"/>
                <a:gd name="csX3" fmla="*/ 5769054 w 9174537"/>
                <a:gd name="csY3" fmla="*/ 355253 h 2162175"/>
                <a:gd name="csX4" fmla="*/ 5966229 w 9174537"/>
                <a:gd name="csY4" fmla="*/ 336840 h 2162175"/>
                <a:gd name="csX5" fmla="*/ 8211275 w 9174537"/>
                <a:gd name="csY5" fmla="*/ 73356 h 2162175"/>
                <a:gd name="csX6" fmla="*/ 8392250 w 9174537"/>
                <a:gd name="csY6" fmla="*/ 70881 h 2162175"/>
                <a:gd name="csX7" fmla="*/ 9174537 w 9174537"/>
                <a:gd name="csY7" fmla="*/ 0 h 2162175"/>
                <a:gd name="csX8" fmla="*/ 9170455 w 9174537"/>
                <a:gd name="csY8" fmla="*/ 2153145 h 2162175"/>
                <a:gd name="csX9" fmla="*/ 42042 w 9174537"/>
                <a:gd name="csY9" fmla="*/ 2162175 h 2162175"/>
                <a:gd name="csX10" fmla="*/ 0 w 9174537"/>
                <a:gd name="csY10" fmla="*/ 1216761 h 2162175"/>
                <a:gd name="csX0" fmla="*/ 0 w 9174537"/>
                <a:gd name="csY0" fmla="*/ 1216761 h 2162175"/>
                <a:gd name="csX1" fmla="*/ 3392372 w 9174537"/>
                <a:gd name="csY1" fmla="*/ 601668 h 2162175"/>
                <a:gd name="csX2" fmla="*/ 3574955 w 9174537"/>
                <a:gd name="csY2" fmla="*/ 580780 h 2162175"/>
                <a:gd name="csX3" fmla="*/ 5769054 w 9174537"/>
                <a:gd name="csY3" fmla="*/ 355253 h 2162175"/>
                <a:gd name="csX4" fmla="*/ 5960720 w 9174537"/>
                <a:gd name="csY4" fmla="*/ 431274 h 2162175"/>
                <a:gd name="csX5" fmla="*/ 8211275 w 9174537"/>
                <a:gd name="csY5" fmla="*/ 73356 h 2162175"/>
                <a:gd name="csX6" fmla="*/ 8392250 w 9174537"/>
                <a:gd name="csY6" fmla="*/ 70881 h 2162175"/>
                <a:gd name="csX7" fmla="*/ 9174537 w 9174537"/>
                <a:gd name="csY7" fmla="*/ 0 h 2162175"/>
                <a:gd name="csX8" fmla="*/ 9170455 w 9174537"/>
                <a:gd name="csY8" fmla="*/ 2153145 h 2162175"/>
                <a:gd name="csX9" fmla="*/ 42042 w 9174537"/>
                <a:gd name="csY9" fmla="*/ 2162175 h 2162175"/>
                <a:gd name="csX10" fmla="*/ 0 w 9174537"/>
                <a:gd name="csY10" fmla="*/ 1216761 h 2162175"/>
                <a:gd name="csX0" fmla="*/ 0 w 9174537"/>
                <a:gd name="csY0" fmla="*/ 1216761 h 2162175"/>
                <a:gd name="csX1" fmla="*/ 3392372 w 9174537"/>
                <a:gd name="csY1" fmla="*/ 601668 h 2162175"/>
                <a:gd name="csX2" fmla="*/ 3574955 w 9174537"/>
                <a:gd name="csY2" fmla="*/ 580780 h 2162175"/>
                <a:gd name="csX3" fmla="*/ 5785580 w 9174537"/>
                <a:gd name="csY3" fmla="*/ 428703 h 2162175"/>
                <a:gd name="csX4" fmla="*/ 5960720 w 9174537"/>
                <a:gd name="csY4" fmla="*/ 431274 h 2162175"/>
                <a:gd name="csX5" fmla="*/ 8211275 w 9174537"/>
                <a:gd name="csY5" fmla="*/ 73356 h 2162175"/>
                <a:gd name="csX6" fmla="*/ 8392250 w 9174537"/>
                <a:gd name="csY6" fmla="*/ 70881 h 2162175"/>
                <a:gd name="csX7" fmla="*/ 9174537 w 9174537"/>
                <a:gd name="csY7" fmla="*/ 0 h 2162175"/>
                <a:gd name="csX8" fmla="*/ 9170455 w 9174537"/>
                <a:gd name="csY8" fmla="*/ 2153145 h 2162175"/>
                <a:gd name="csX9" fmla="*/ 42042 w 9174537"/>
                <a:gd name="csY9" fmla="*/ 2162175 h 2162175"/>
                <a:gd name="csX10" fmla="*/ 0 w 9174537"/>
                <a:gd name="csY10" fmla="*/ 1216761 h 2162175"/>
                <a:gd name="csX0" fmla="*/ 0 w 9174537"/>
                <a:gd name="csY0" fmla="*/ 1216761 h 2162175"/>
                <a:gd name="csX1" fmla="*/ 3392372 w 9174537"/>
                <a:gd name="csY1" fmla="*/ 601668 h 2162175"/>
                <a:gd name="csX2" fmla="*/ 3574955 w 9174537"/>
                <a:gd name="csY2" fmla="*/ 580780 h 2162175"/>
                <a:gd name="csX3" fmla="*/ 5785580 w 9174537"/>
                <a:gd name="csY3" fmla="*/ 428703 h 2162175"/>
                <a:gd name="csX4" fmla="*/ 5960720 w 9174537"/>
                <a:gd name="csY4" fmla="*/ 431274 h 2162175"/>
                <a:gd name="csX5" fmla="*/ 8211275 w 9174537"/>
                <a:gd name="csY5" fmla="*/ 73356 h 2162175"/>
                <a:gd name="csX6" fmla="*/ 8392250 w 9174537"/>
                <a:gd name="csY6" fmla="*/ 70881 h 2162175"/>
                <a:gd name="csX7" fmla="*/ 9174537 w 9174537"/>
                <a:gd name="csY7" fmla="*/ 0 h 2162175"/>
                <a:gd name="csX8" fmla="*/ 9170455 w 9174537"/>
                <a:gd name="csY8" fmla="*/ 2153145 h 2162175"/>
                <a:gd name="csX9" fmla="*/ 42042 w 9174537"/>
                <a:gd name="csY9" fmla="*/ 2162175 h 2162175"/>
                <a:gd name="csX10" fmla="*/ 0 w 9174537"/>
                <a:gd name="csY10" fmla="*/ 1216761 h 2162175"/>
                <a:gd name="csX0" fmla="*/ 0 w 9174537"/>
                <a:gd name="csY0" fmla="*/ 1216761 h 2162175"/>
                <a:gd name="csX1" fmla="*/ 3392372 w 9174537"/>
                <a:gd name="csY1" fmla="*/ 601668 h 2162175"/>
                <a:gd name="csX2" fmla="*/ 3530888 w 9174537"/>
                <a:gd name="csY2" fmla="*/ 696200 h 2162175"/>
                <a:gd name="csX3" fmla="*/ 5785580 w 9174537"/>
                <a:gd name="csY3" fmla="*/ 428703 h 2162175"/>
                <a:gd name="csX4" fmla="*/ 5960720 w 9174537"/>
                <a:gd name="csY4" fmla="*/ 431274 h 2162175"/>
                <a:gd name="csX5" fmla="*/ 8211275 w 9174537"/>
                <a:gd name="csY5" fmla="*/ 73356 h 2162175"/>
                <a:gd name="csX6" fmla="*/ 8392250 w 9174537"/>
                <a:gd name="csY6" fmla="*/ 70881 h 2162175"/>
                <a:gd name="csX7" fmla="*/ 9174537 w 9174537"/>
                <a:gd name="csY7" fmla="*/ 0 h 2162175"/>
                <a:gd name="csX8" fmla="*/ 9170455 w 9174537"/>
                <a:gd name="csY8" fmla="*/ 2153145 h 2162175"/>
                <a:gd name="csX9" fmla="*/ 42042 w 9174537"/>
                <a:gd name="csY9" fmla="*/ 2162175 h 2162175"/>
                <a:gd name="csX10" fmla="*/ 0 w 9174537"/>
                <a:gd name="csY10" fmla="*/ 1216761 h 2162175"/>
                <a:gd name="csX0" fmla="*/ 0 w 9174537"/>
                <a:gd name="csY0" fmla="*/ 1216761 h 2162175"/>
                <a:gd name="csX1" fmla="*/ 3441948 w 9174537"/>
                <a:gd name="csY1" fmla="*/ 701350 h 2162175"/>
                <a:gd name="csX2" fmla="*/ 3530888 w 9174537"/>
                <a:gd name="csY2" fmla="*/ 696200 h 2162175"/>
                <a:gd name="csX3" fmla="*/ 5785580 w 9174537"/>
                <a:gd name="csY3" fmla="*/ 428703 h 2162175"/>
                <a:gd name="csX4" fmla="*/ 5960720 w 9174537"/>
                <a:gd name="csY4" fmla="*/ 431274 h 2162175"/>
                <a:gd name="csX5" fmla="*/ 8211275 w 9174537"/>
                <a:gd name="csY5" fmla="*/ 73356 h 2162175"/>
                <a:gd name="csX6" fmla="*/ 8392250 w 9174537"/>
                <a:gd name="csY6" fmla="*/ 70881 h 2162175"/>
                <a:gd name="csX7" fmla="*/ 9174537 w 9174537"/>
                <a:gd name="csY7" fmla="*/ 0 h 2162175"/>
                <a:gd name="csX8" fmla="*/ 9170455 w 9174537"/>
                <a:gd name="csY8" fmla="*/ 2153145 h 2162175"/>
                <a:gd name="csX9" fmla="*/ 42042 w 9174537"/>
                <a:gd name="csY9" fmla="*/ 2162175 h 2162175"/>
                <a:gd name="csX10" fmla="*/ 0 w 9174537"/>
                <a:gd name="csY10" fmla="*/ 1216761 h 2162175"/>
                <a:gd name="csX0" fmla="*/ 0 w 9174537"/>
                <a:gd name="csY0" fmla="*/ 1216761 h 2162175"/>
                <a:gd name="csX1" fmla="*/ 3441948 w 9174537"/>
                <a:gd name="csY1" fmla="*/ 701350 h 2162175"/>
                <a:gd name="csX2" fmla="*/ 3530888 w 9174537"/>
                <a:gd name="csY2" fmla="*/ 696200 h 2162175"/>
                <a:gd name="csX3" fmla="*/ 5785580 w 9174537"/>
                <a:gd name="csY3" fmla="*/ 428703 h 2162175"/>
                <a:gd name="csX4" fmla="*/ 5960720 w 9174537"/>
                <a:gd name="csY4" fmla="*/ 431274 h 2162175"/>
                <a:gd name="csX5" fmla="*/ 8211275 w 9174537"/>
                <a:gd name="csY5" fmla="*/ 73356 h 2162175"/>
                <a:gd name="csX6" fmla="*/ 8392250 w 9174537"/>
                <a:gd name="csY6" fmla="*/ 70881 h 2162175"/>
                <a:gd name="csX7" fmla="*/ 9174537 w 9174537"/>
                <a:gd name="csY7" fmla="*/ 0 h 2162175"/>
                <a:gd name="csX8" fmla="*/ 9170455 w 9174537"/>
                <a:gd name="csY8" fmla="*/ 2153145 h 2162175"/>
                <a:gd name="csX9" fmla="*/ 42042 w 9174537"/>
                <a:gd name="csY9" fmla="*/ 2162175 h 2162175"/>
                <a:gd name="csX10" fmla="*/ 0 w 9174537"/>
                <a:gd name="csY10" fmla="*/ 1216761 h 2162175"/>
                <a:gd name="csX0" fmla="*/ 0 w 9146995"/>
                <a:gd name="csY0" fmla="*/ 1206268 h 2162175"/>
                <a:gd name="csX1" fmla="*/ 3414406 w 9146995"/>
                <a:gd name="csY1" fmla="*/ 701350 h 2162175"/>
                <a:gd name="csX2" fmla="*/ 3503346 w 9146995"/>
                <a:gd name="csY2" fmla="*/ 696200 h 2162175"/>
                <a:gd name="csX3" fmla="*/ 5758038 w 9146995"/>
                <a:gd name="csY3" fmla="*/ 428703 h 2162175"/>
                <a:gd name="csX4" fmla="*/ 5933178 w 9146995"/>
                <a:gd name="csY4" fmla="*/ 431274 h 2162175"/>
                <a:gd name="csX5" fmla="*/ 8183733 w 9146995"/>
                <a:gd name="csY5" fmla="*/ 73356 h 2162175"/>
                <a:gd name="csX6" fmla="*/ 8364708 w 9146995"/>
                <a:gd name="csY6" fmla="*/ 70881 h 2162175"/>
                <a:gd name="csX7" fmla="*/ 9146995 w 9146995"/>
                <a:gd name="csY7" fmla="*/ 0 h 2162175"/>
                <a:gd name="csX8" fmla="*/ 9142913 w 9146995"/>
                <a:gd name="csY8" fmla="*/ 2153145 h 2162175"/>
                <a:gd name="csX9" fmla="*/ 14500 w 9146995"/>
                <a:gd name="csY9" fmla="*/ 2162175 h 2162175"/>
                <a:gd name="csX10" fmla="*/ 0 w 9146995"/>
                <a:gd name="csY10" fmla="*/ 1206268 h 2162175"/>
                <a:gd name="csX0" fmla="*/ 0 w 9146995"/>
                <a:gd name="csY0" fmla="*/ 1206268 h 2162175"/>
                <a:gd name="csX1" fmla="*/ 3414406 w 9146995"/>
                <a:gd name="csY1" fmla="*/ 701350 h 2162175"/>
                <a:gd name="csX2" fmla="*/ 3503346 w 9146995"/>
                <a:gd name="csY2" fmla="*/ 696200 h 2162175"/>
                <a:gd name="csX3" fmla="*/ 5758038 w 9146995"/>
                <a:gd name="csY3" fmla="*/ 428703 h 2162175"/>
                <a:gd name="csX4" fmla="*/ 5933178 w 9146995"/>
                <a:gd name="csY4" fmla="*/ 431274 h 2162175"/>
                <a:gd name="csX5" fmla="*/ 8183733 w 9146995"/>
                <a:gd name="csY5" fmla="*/ 73356 h 2162175"/>
                <a:gd name="csX6" fmla="*/ 8364708 w 9146995"/>
                <a:gd name="csY6" fmla="*/ 70881 h 2162175"/>
                <a:gd name="csX7" fmla="*/ 9146995 w 9146995"/>
                <a:gd name="csY7" fmla="*/ 0 h 2162175"/>
                <a:gd name="csX8" fmla="*/ 9142913 w 9146995"/>
                <a:gd name="csY8" fmla="*/ 2153145 h 2162175"/>
                <a:gd name="csX9" fmla="*/ 14500 w 9146995"/>
                <a:gd name="csY9" fmla="*/ 2162175 h 2162175"/>
                <a:gd name="csX10" fmla="*/ 0 w 9146995"/>
                <a:gd name="csY10" fmla="*/ 1206268 h 2162175"/>
                <a:gd name="csX0" fmla="*/ 0 w 9146995"/>
                <a:gd name="csY0" fmla="*/ 1206268 h 2162175"/>
                <a:gd name="csX1" fmla="*/ 3425423 w 9146995"/>
                <a:gd name="csY1" fmla="*/ 711843 h 2162175"/>
                <a:gd name="csX2" fmla="*/ 3503346 w 9146995"/>
                <a:gd name="csY2" fmla="*/ 696200 h 2162175"/>
                <a:gd name="csX3" fmla="*/ 5758038 w 9146995"/>
                <a:gd name="csY3" fmla="*/ 428703 h 2162175"/>
                <a:gd name="csX4" fmla="*/ 5933178 w 9146995"/>
                <a:gd name="csY4" fmla="*/ 431274 h 2162175"/>
                <a:gd name="csX5" fmla="*/ 8183733 w 9146995"/>
                <a:gd name="csY5" fmla="*/ 73356 h 2162175"/>
                <a:gd name="csX6" fmla="*/ 8364708 w 9146995"/>
                <a:gd name="csY6" fmla="*/ 70881 h 2162175"/>
                <a:gd name="csX7" fmla="*/ 9146995 w 9146995"/>
                <a:gd name="csY7" fmla="*/ 0 h 2162175"/>
                <a:gd name="csX8" fmla="*/ 9142913 w 9146995"/>
                <a:gd name="csY8" fmla="*/ 2153145 h 2162175"/>
                <a:gd name="csX9" fmla="*/ 14500 w 9146995"/>
                <a:gd name="csY9" fmla="*/ 2162175 h 2162175"/>
                <a:gd name="csX10" fmla="*/ 0 w 9146995"/>
                <a:gd name="csY10" fmla="*/ 1206268 h 2162175"/>
                <a:gd name="csX0" fmla="*/ 0 w 9146995"/>
                <a:gd name="csY0" fmla="*/ 1206268 h 2162175"/>
                <a:gd name="csX1" fmla="*/ 3425423 w 9146995"/>
                <a:gd name="csY1" fmla="*/ 711843 h 2162175"/>
                <a:gd name="csX2" fmla="*/ 3503346 w 9146995"/>
                <a:gd name="csY2" fmla="*/ 696200 h 2162175"/>
                <a:gd name="csX3" fmla="*/ 5758038 w 9146995"/>
                <a:gd name="csY3" fmla="*/ 428703 h 2162175"/>
                <a:gd name="csX4" fmla="*/ 5933178 w 9146995"/>
                <a:gd name="csY4" fmla="*/ 431274 h 2162175"/>
                <a:gd name="csX5" fmla="*/ 8183733 w 9146995"/>
                <a:gd name="csY5" fmla="*/ 73356 h 2162175"/>
                <a:gd name="csX6" fmla="*/ 8364708 w 9146995"/>
                <a:gd name="csY6" fmla="*/ 70881 h 2162175"/>
                <a:gd name="csX7" fmla="*/ 9146995 w 9146995"/>
                <a:gd name="csY7" fmla="*/ 0 h 2162175"/>
                <a:gd name="csX8" fmla="*/ 9142913 w 9146995"/>
                <a:gd name="csY8" fmla="*/ 2153145 h 2162175"/>
                <a:gd name="csX9" fmla="*/ 14500 w 9146995"/>
                <a:gd name="csY9" fmla="*/ 2162175 h 2162175"/>
                <a:gd name="csX10" fmla="*/ 0 w 9146995"/>
                <a:gd name="csY10" fmla="*/ 1206268 h 2162175"/>
                <a:gd name="csX0" fmla="*/ 0 w 9146995"/>
                <a:gd name="csY0" fmla="*/ 1206268 h 2162175"/>
                <a:gd name="csX1" fmla="*/ 3425423 w 9146995"/>
                <a:gd name="csY1" fmla="*/ 711843 h 2162175"/>
                <a:gd name="csX2" fmla="*/ 3503346 w 9146995"/>
                <a:gd name="csY2" fmla="*/ 696200 h 2162175"/>
                <a:gd name="csX3" fmla="*/ 5758038 w 9146995"/>
                <a:gd name="csY3" fmla="*/ 428703 h 2162175"/>
                <a:gd name="csX4" fmla="*/ 5933178 w 9146995"/>
                <a:gd name="csY4" fmla="*/ 431274 h 2162175"/>
                <a:gd name="csX5" fmla="*/ 8148564 w 9146995"/>
                <a:gd name="csY5" fmla="*/ 173845 h 2162175"/>
                <a:gd name="csX6" fmla="*/ 8364708 w 9146995"/>
                <a:gd name="csY6" fmla="*/ 70881 h 2162175"/>
                <a:gd name="csX7" fmla="*/ 9146995 w 9146995"/>
                <a:gd name="csY7" fmla="*/ 0 h 2162175"/>
                <a:gd name="csX8" fmla="*/ 9142913 w 9146995"/>
                <a:gd name="csY8" fmla="*/ 2153145 h 2162175"/>
                <a:gd name="csX9" fmla="*/ 14500 w 9146995"/>
                <a:gd name="csY9" fmla="*/ 2162175 h 2162175"/>
                <a:gd name="csX10" fmla="*/ 0 w 9146995"/>
                <a:gd name="csY10" fmla="*/ 1206268 h 2162175"/>
                <a:gd name="csX0" fmla="*/ 0 w 9146995"/>
                <a:gd name="csY0" fmla="*/ 1206268 h 2162175"/>
                <a:gd name="csX1" fmla="*/ 3425423 w 9146995"/>
                <a:gd name="csY1" fmla="*/ 711843 h 2162175"/>
                <a:gd name="csX2" fmla="*/ 3503346 w 9146995"/>
                <a:gd name="csY2" fmla="*/ 696200 h 2162175"/>
                <a:gd name="csX3" fmla="*/ 5758038 w 9146995"/>
                <a:gd name="csY3" fmla="*/ 428703 h 2162175"/>
                <a:gd name="csX4" fmla="*/ 5933178 w 9146995"/>
                <a:gd name="csY4" fmla="*/ 431274 h 2162175"/>
                <a:gd name="csX5" fmla="*/ 8148564 w 9146995"/>
                <a:gd name="csY5" fmla="*/ 173845 h 2162175"/>
                <a:gd name="csX6" fmla="*/ 8359684 w 9146995"/>
                <a:gd name="csY6" fmla="*/ 176154 h 2162175"/>
                <a:gd name="csX7" fmla="*/ 9146995 w 9146995"/>
                <a:gd name="csY7" fmla="*/ 0 h 2162175"/>
                <a:gd name="csX8" fmla="*/ 9142913 w 9146995"/>
                <a:gd name="csY8" fmla="*/ 2153145 h 2162175"/>
                <a:gd name="csX9" fmla="*/ 14500 w 9146995"/>
                <a:gd name="csY9" fmla="*/ 2162175 h 2162175"/>
                <a:gd name="csX10" fmla="*/ 0 w 9146995"/>
                <a:gd name="csY10" fmla="*/ 1206268 h 2162175"/>
                <a:gd name="csX0" fmla="*/ 0 w 9146995"/>
                <a:gd name="csY0" fmla="*/ 1206268 h 2162175"/>
                <a:gd name="csX1" fmla="*/ 3425423 w 9146995"/>
                <a:gd name="csY1" fmla="*/ 711843 h 2162175"/>
                <a:gd name="csX2" fmla="*/ 3503346 w 9146995"/>
                <a:gd name="csY2" fmla="*/ 696200 h 2162175"/>
                <a:gd name="csX3" fmla="*/ 5758038 w 9146995"/>
                <a:gd name="csY3" fmla="*/ 428703 h 2162175"/>
                <a:gd name="csX4" fmla="*/ 5933178 w 9146995"/>
                <a:gd name="csY4" fmla="*/ 431274 h 2162175"/>
                <a:gd name="csX5" fmla="*/ 8148564 w 9146995"/>
                <a:gd name="csY5" fmla="*/ 173845 h 2162175"/>
                <a:gd name="csX6" fmla="*/ 8359684 w 9146995"/>
                <a:gd name="csY6" fmla="*/ 176154 h 2162175"/>
                <a:gd name="csX7" fmla="*/ 9146995 w 9146995"/>
                <a:gd name="csY7" fmla="*/ 0 h 2162175"/>
                <a:gd name="csX8" fmla="*/ 9142913 w 9146995"/>
                <a:gd name="csY8" fmla="*/ 2153145 h 2162175"/>
                <a:gd name="csX9" fmla="*/ 14500 w 9146995"/>
                <a:gd name="csY9" fmla="*/ 2162175 h 2162175"/>
                <a:gd name="csX10" fmla="*/ 0 w 9146995"/>
                <a:gd name="csY10" fmla="*/ 1206268 h 2162175"/>
                <a:gd name="csX0" fmla="*/ 0 w 9142983"/>
                <a:gd name="csY0" fmla="*/ 1110564 h 2066471"/>
                <a:gd name="csX1" fmla="*/ 3425423 w 9142983"/>
                <a:gd name="csY1" fmla="*/ 616139 h 2066471"/>
                <a:gd name="csX2" fmla="*/ 3503346 w 9142983"/>
                <a:gd name="csY2" fmla="*/ 600496 h 2066471"/>
                <a:gd name="csX3" fmla="*/ 5758038 w 9142983"/>
                <a:gd name="csY3" fmla="*/ 332999 h 2066471"/>
                <a:gd name="csX4" fmla="*/ 5933178 w 9142983"/>
                <a:gd name="csY4" fmla="*/ 335570 h 2066471"/>
                <a:gd name="csX5" fmla="*/ 8148564 w 9142983"/>
                <a:gd name="csY5" fmla="*/ 78141 h 2066471"/>
                <a:gd name="csX6" fmla="*/ 8359684 w 9142983"/>
                <a:gd name="csY6" fmla="*/ 80450 h 2066471"/>
                <a:gd name="csX7" fmla="*/ 9126899 w 9142983"/>
                <a:gd name="csY7" fmla="*/ 0 h 2066471"/>
                <a:gd name="csX8" fmla="*/ 9142913 w 9142983"/>
                <a:gd name="csY8" fmla="*/ 2057441 h 2066471"/>
                <a:gd name="csX9" fmla="*/ 14500 w 9142983"/>
                <a:gd name="csY9" fmla="*/ 2066471 h 2066471"/>
                <a:gd name="csX10" fmla="*/ 0 w 9142983"/>
                <a:gd name="csY10" fmla="*/ 1110564 h 2066471"/>
                <a:gd name="csX0" fmla="*/ 0 w 9142983"/>
                <a:gd name="csY0" fmla="*/ 1163201 h 2119108"/>
                <a:gd name="csX1" fmla="*/ 3425423 w 9142983"/>
                <a:gd name="csY1" fmla="*/ 668776 h 2119108"/>
                <a:gd name="csX2" fmla="*/ 3503346 w 9142983"/>
                <a:gd name="csY2" fmla="*/ 653133 h 2119108"/>
                <a:gd name="csX3" fmla="*/ 5758038 w 9142983"/>
                <a:gd name="csY3" fmla="*/ 385636 h 2119108"/>
                <a:gd name="csX4" fmla="*/ 5933178 w 9142983"/>
                <a:gd name="csY4" fmla="*/ 388207 h 2119108"/>
                <a:gd name="csX5" fmla="*/ 8148564 w 9142983"/>
                <a:gd name="csY5" fmla="*/ 130778 h 2119108"/>
                <a:gd name="csX6" fmla="*/ 8359684 w 9142983"/>
                <a:gd name="csY6" fmla="*/ 133087 h 2119108"/>
                <a:gd name="csX7" fmla="*/ 9126899 w 9142983"/>
                <a:gd name="csY7" fmla="*/ 0 h 2119108"/>
                <a:gd name="csX8" fmla="*/ 9142913 w 9142983"/>
                <a:gd name="csY8" fmla="*/ 2110078 h 2119108"/>
                <a:gd name="csX9" fmla="*/ 14500 w 9142983"/>
                <a:gd name="csY9" fmla="*/ 2119108 h 2119108"/>
                <a:gd name="csX10" fmla="*/ 0 w 9142983"/>
                <a:gd name="csY10" fmla="*/ 1163201 h 2119108"/>
                <a:gd name="csX0" fmla="*/ 0 w 9142983"/>
                <a:gd name="csY0" fmla="*/ 1163201 h 2119108"/>
                <a:gd name="csX1" fmla="*/ 3425423 w 9142983"/>
                <a:gd name="csY1" fmla="*/ 668776 h 2119108"/>
                <a:gd name="csX2" fmla="*/ 3503346 w 9142983"/>
                <a:gd name="csY2" fmla="*/ 653133 h 2119108"/>
                <a:gd name="csX3" fmla="*/ 5758038 w 9142983"/>
                <a:gd name="csY3" fmla="*/ 385636 h 2119108"/>
                <a:gd name="csX4" fmla="*/ 5933178 w 9142983"/>
                <a:gd name="csY4" fmla="*/ 388207 h 2119108"/>
                <a:gd name="csX5" fmla="*/ 8148564 w 9142983"/>
                <a:gd name="csY5" fmla="*/ 130778 h 2119108"/>
                <a:gd name="csX6" fmla="*/ 8359684 w 9142983"/>
                <a:gd name="csY6" fmla="*/ 133087 h 2119108"/>
                <a:gd name="csX7" fmla="*/ 9126899 w 9142983"/>
                <a:gd name="csY7" fmla="*/ 0 h 2119108"/>
                <a:gd name="csX8" fmla="*/ 9142913 w 9142983"/>
                <a:gd name="csY8" fmla="*/ 2110078 h 2119108"/>
                <a:gd name="csX9" fmla="*/ 14500 w 9142983"/>
                <a:gd name="csY9" fmla="*/ 2119108 h 2119108"/>
                <a:gd name="csX10" fmla="*/ 0 w 9142983"/>
                <a:gd name="csY10" fmla="*/ 1163201 h 2119108"/>
                <a:gd name="csX0" fmla="*/ 0 w 9142983"/>
                <a:gd name="csY0" fmla="*/ 1163201 h 2119108"/>
                <a:gd name="csX1" fmla="*/ 3425423 w 9142983"/>
                <a:gd name="csY1" fmla="*/ 668776 h 2119108"/>
                <a:gd name="csX2" fmla="*/ 3503346 w 9142983"/>
                <a:gd name="csY2" fmla="*/ 653133 h 2119108"/>
                <a:gd name="csX3" fmla="*/ 5758038 w 9142983"/>
                <a:gd name="csY3" fmla="*/ 385636 h 2119108"/>
                <a:gd name="csX4" fmla="*/ 5933178 w 9142983"/>
                <a:gd name="csY4" fmla="*/ 388207 h 2119108"/>
                <a:gd name="csX5" fmla="*/ 8148564 w 9142983"/>
                <a:gd name="csY5" fmla="*/ 130778 h 2119108"/>
                <a:gd name="csX6" fmla="*/ 8359684 w 9142983"/>
                <a:gd name="csY6" fmla="*/ 133087 h 2119108"/>
                <a:gd name="csX7" fmla="*/ 9126899 w 9142983"/>
                <a:gd name="csY7" fmla="*/ 0 h 2119108"/>
                <a:gd name="csX8" fmla="*/ 9142913 w 9142983"/>
                <a:gd name="csY8" fmla="*/ 2110078 h 2119108"/>
                <a:gd name="csX9" fmla="*/ 14500 w 9142983"/>
                <a:gd name="csY9" fmla="*/ 2119108 h 2119108"/>
                <a:gd name="csX10" fmla="*/ 0 w 9142983"/>
                <a:gd name="csY10" fmla="*/ 1163201 h 2119108"/>
                <a:gd name="csX0" fmla="*/ 27445 w 9170428"/>
                <a:gd name="csY0" fmla="*/ 1163201 h 2127097"/>
                <a:gd name="csX1" fmla="*/ 3452868 w 9170428"/>
                <a:gd name="csY1" fmla="*/ 668776 h 2127097"/>
                <a:gd name="csX2" fmla="*/ 3530791 w 9170428"/>
                <a:gd name="csY2" fmla="*/ 653133 h 2127097"/>
                <a:gd name="csX3" fmla="*/ 5785483 w 9170428"/>
                <a:gd name="csY3" fmla="*/ 385636 h 2127097"/>
                <a:gd name="csX4" fmla="*/ 5960623 w 9170428"/>
                <a:gd name="csY4" fmla="*/ 388207 h 2127097"/>
                <a:gd name="csX5" fmla="*/ 8176009 w 9170428"/>
                <a:gd name="csY5" fmla="*/ 130778 h 2127097"/>
                <a:gd name="csX6" fmla="*/ 8387129 w 9170428"/>
                <a:gd name="csY6" fmla="*/ 133087 h 2127097"/>
                <a:gd name="csX7" fmla="*/ 9154344 w 9170428"/>
                <a:gd name="csY7" fmla="*/ 0 h 2127097"/>
                <a:gd name="csX8" fmla="*/ 9170358 w 9170428"/>
                <a:gd name="csY8" fmla="*/ 2110078 h 2127097"/>
                <a:gd name="csX9" fmla="*/ 0 w 9170428"/>
                <a:gd name="csY9" fmla="*/ 2127097 h 2127097"/>
                <a:gd name="csX10" fmla="*/ 27445 w 9170428"/>
                <a:gd name="csY10" fmla="*/ 1163201 h 2127097"/>
                <a:gd name="csX0" fmla="*/ 19056 w 9170428"/>
                <a:gd name="csY0" fmla="*/ 1171191 h 2127097"/>
                <a:gd name="csX1" fmla="*/ 3452868 w 9170428"/>
                <a:gd name="csY1" fmla="*/ 668776 h 2127097"/>
                <a:gd name="csX2" fmla="*/ 3530791 w 9170428"/>
                <a:gd name="csY2" fmla="*/ 653133 h 2127097"/>
                <a:gd name="csX3" fmla="*/ 5785483 w 9170428"/>
                <a:gd name="csY3" fmla="*/ 385636 h 2127097"/>
                <a:gd name="csX4" fmla="*/ 5960623 w 9170428"/>
                <a:gd name="csY4" fmla="*/ 388207 h 2127097"/>
                <a:gd name="csX5" fmla="*/ 8176009 w 9170428"/>
                <a:gd name="csY5" fmla="*/ 130778 h 2127097"/>
                <a:gd name="csX6" fmla="*/ 8387129 w 9170428"/>
                <a:gd name="csY6" fmla="*/ 133087 h 2127097"/>
                <a:gd name="csX7" fmla="*/ 9154344 w 9170428"/>
                <a:gd name="csY7" fmla="*/ 0 h 2127097"/>
                <a:gd name="csX8" fmla="*/ 9170358 w 9170428"/>
                <a:gd name="csY8" fmla="*/ 2110078 h 2127097"/>
                <a:gd name="csX9" fmla="*/ 0 w 9170428"/>
                <a:gd name="csY9" fmla="*/ 2127097 h 2127097"/>
                <a:gd name="csX10" fmla="*/ 19056 w 9170428"/>
                <a:gd name="csY10" fmla="*/ 1171191 h 2127097"/>
                <a:gd name="csX0" fmla="*/ 19056 w 9178796"/>
                <a:gd name="csY0" fmla="*/ 1171191 h 2127097"/>
                <a:gd name="csX1" fmla="*/ 3452868 w 9178796"/>
                <a:gd name="csY1" fmla="*/ 668776 h 2127097"/>
                <a:gd name="csX2" fmla="*/ 3530791 w 9178796"/>
                <a:gd name="csY2" fmla="*/ 653133 h 2127097"/>
                <a:gd name="csX3" fmla="*/ 5785483 w 9178796"/>
                <a:gd name="csY3" fmla="*/ 385636 h 2127097"/>
                <a:gd name="csX4" fmla="*/ 5960623 w 9178796"/>
                <a:gd name="csY4" fmla="*/ 388207 h 2127097"/>
                <a:gd name="csX5" fmla="*/ 8176009 w 9178796"/>
                <a:gd name="csY5" fmla="*/ 130778 h 2127097"/>
                <a:gd name="csX6" fmla="*/ 8387129 w 9178796"/>
                <a:gd name="csY6" fmla="*/ 133087 h 2127097"/>
                <a:gd name="csX7" fmla="*/ 9154344 w 9178796"/>
                <a:gd name="csY7" fmla="*/ 0 h 2127097"/>
                <a:gd name="csX8" fmla="*/ 9178747 w 9178796"/>
                <a:gd name="csY8" fmla="*/ 2110078 h 2127097"/>
                <a:gd name="csX9" fmla="*/ 0 w 9178796"/>
                <a:gd name="csY9" fmla="*/ 2127097 h 2127097"/>
                <a:gd name="csX10" fmla="*/ 19056 w 9178796"/>
                <a:gd name="csY10" fmla="*/ 1171191 h 2127097"/>
                <a:gd name="csX0" fmla="*/ 19056 w 9170428"/>
                <a:gd name="csY0" fmla="*/ 1171191 h 2127097"/>
                <a:gd name="csX1" fmla="*/ 3452868 w 9170428"/>
                <a:gd name="csY1" fmla="*/ 668776 h 2127097"/>
                <a:gd name="csX2" fmla="*/ 3530791 w 9170428"/>
                <a:gd name="csY2" fmla="*/ 653133 h 2127097"/>
                <a:gd name="csX3" fmla="*/ 5785483 w 9170428"/>
                <a:gd name="csY3" fmla="*/ 385636 h 2127097"/>
                <a:gd name="csX4" fmla="*/ 5960623 w 9170428"/>
                <a:gd name="csY4" fmla="*/ 388207 h 2127097"/>
                <a:gd name="csX5" fmla="*/ 8176009 w 9170428"/>
                <a:gd name="csY5" fmla="*/ 130778 h 2127097"/>
                <a:gd name="csX6" fmla="*/ 8387129 w 9170428"/>
                <a:gd name="csY6" fmla="*/ 133087 h 2127097"/>
                <a:gd name="csX7" fmla="*/ 9154344 w 9170428"/>
                <a:gd name="csY7" fmla="*/ 0 h 2127097"/>
                <a:gd name="csX8" fmla="*/ 9170358 w 9170428"/>
                <a:gd name="csY8" fmla="*/ 2118068 h 2127097"/>
                <a:gd name="csX9" fmla="*/ 0 w 9170428"/>
                <a:gd name="csY9" fmla="*/ 2127097 h 2127097"/>
                <a:gd name="csX10" fmla="*/ 19056 w 9170428"/>
                <a:gd name="csY10" fmla="*/ 1171191 h 21270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170428" h="2127097">
                  <a:moveTo>
                    <a:pt x="19056" y="1171191"/>
                  </a:moveTo>
                  <a:cubicBezTo>
                    <a:pt x="656314" y="988898"/>
                    <a:pt x="2717580" y="630689"/>
                    <a:pt x="3452868" y="668776"/>
                  </a:cubicBezTo>
                  <a:lnTo>
                    <a:pt x="3530791" y="653133"/>
                  </a:lnTo>
                  <a:cubicBezTo>
                    <a:pt x="4281411" y="482508"/>
                    <a:pt x="4987944" y="339288"/>
                    <a:pt x="5785483" y="385636"/>
                  </a:cubicBezTo>
                  <a:lnTo>
                    <a:pt x="5960623" y="388207"/>
                  </a:lnTo>
                  <a:cubicBezTo>
                    <a:pt x="6665225" y="187110"/>
                    <a:pt x="7410488" y="19228"/>
                    <a:pt x="8176009" y="130778"/>
                  </a:cubicBezTo>
                  <a:lnTo>
                    <a:pt x="8387129" y="133087"/>
                  </a:lnTo>
                  <a:cubicBezTo>
                    <a:pt x="8787940" y="27023"/>
                    <a:pt x="8833292" y="12741"/>
                    <a:pt x="9154344" y="0"/>
                  </a:cubicBezTo>
                  <a:cubicBezTo>
                    <a:pt x="9152983" y="706829"/>
                    <a:pt x="9171719" y="1411239"/>
                    <a:pt x="9170358" y="2118068"/>
                  </a:cubicBezTo>
                  <a:lnTo>
                    <a:pt x="0" y="2127097"/>
                  </a:lnTo>
                  <a:cubicBezTo>
                    <a:pt x="0" y="1388188"/>
                    <a:pt x="19056" y="1910100"/>
                    <a:pt x="19056" y="1171191"/>
                  </a:cubicBezTo>
                  <a:close/>
                </a:path>
              </a:pathLst>
            </a:custGeom>
            <a:solidFill>
              <a:schemeClr val="accent1">
                <a:alpha val="30724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A57190CF-57A7-8533-CBC3-C56CEA3EA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19758" y="3754223"/>
              <a:ext cx="165100" cy="143432"/>
            </a:xfrm>
            <a:prstGeom prst="rect">
              <a:avLst/>
            </a:prstGeom>
          </p:spPr>
        </p:pic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1B3D35EB-BE5A-D408-708C-BD563466A24C}"/>
                </a:ext>
              </a:extLst>
            </p:cNvPr>
            <p:cNvSpPr/>
            <p:nvPr/>
          </p:nvSpPr>
          <p:spPr>
            <a:xfrm>
              <a:off x="5894865" y="3946208"/>
              <a:ext cx="887896" cy="449006"/>
            </a:xfrm>
            <a:custGeom>
              <a:avLst/>
              <a:gdLst>
                <a:gd name="csX0" fmla="*/ 0 w 887896"/>
                <a:gd name="csY0" fmla="*/ 556592 h 556592"/>
                <a:gd name="csX1" fmla="*/ 0 w 887896"/>
                <a:gd name="csY1" fmla="*/ 0 h 556592"/>
                <a:gd name="csX2" fmla="*/ 887896 w 887896"/>
                <a:gd name="csY2" fmla="*/ 13253 h 5565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87896" h="556592">
                  <a:moveTo>
                    <a:pt x="0" y="556592"/>
                  </a:moveTo>
                  <a:lnTo>
                    <a:pt x="0" y="0"/>
                  </a:lnTo>
                  <a:lnTo>
                    <a:pt x="887896" y="13253"/>
                  </a:lnTo>
                </a:path>
              </a:pathLst>
            </a:custGeom>
            <a:noFill/>
            <a:ln>
              <a:tailEnd type="triangle" w="lg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A713AD4-B7E5-14E0-2BD1-A65A54F4C549}"/>
                </a:ext>
              </a:extLst>
            </p:cNvPr>
            <p:cNvGrpSpPr>
              <a:grpSpLocks/>
            </p:cNvGrpSpPr>
            <p:nvPr/>
          </p:nvGrpSpPr>
          <p:grpSpPr>
            <a:xfrm>
              <a:off x="3761267" y="3616371"/>
              <a:ext cx="1570385" cy="250341"/>
              <a:chOff x="3763619" y="41415"/>
              <a:chExt cx="1570385" cy="310325"/>
            </a:xfrm>
          </p:grpSpPr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A6C70FF6-F608-57B4-4916-B7DCF4C45F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64050" y="106572"/>
                <a:ext cx="215900" cy="177800"/>
              </a:xfrm>
              <a:prstGeom prst="rect">
                <a:avLst/>
              </a:prstGeom>
            </p:spPr>
          </p:pic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AA79B7F0-F8A9-B963-C314-9EE37DE0B7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36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48E0EAF7-9A3A-1606-0E79-9791B6DCB3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60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B48ADA8E-B1EC-BC82-0640-77057E13D6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84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3FEEE73F-BA51-0EBC-2C00-F7381364FA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08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1FD2B24C-4977-E3E0-BF82-ADF044EA9A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32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6DD04769-F175-FA49-FB3E-B495560A76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44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684BDF24-CA1B-B3B4-03C3-AD39A59D96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68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08C4D83A-BB8B-9E3E-977B-6990BF43BA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92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EBB38A86-C86C-AA38-E56F-F08B279CB9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16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263090BE-AB1B-9D3A-54BC-AF2ACDDED2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340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D0D71DFD-AE71-AF93-7387-C3EC1EC0C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894865" y="3658301"/>
              <a:ext cx="927100" cy="228600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B7BDC053-6EB6-0CAC-30B2-A8EA91994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65952" y="1637576"/>
              <a:ext cx="304800" cy="165100"/>
            </a:xfrm>
            <a:prstGeom prst="rect">
              <a:avLst/>
            </a:prstGeom>
          </p:spPr>
        </p:pic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921F131-648D-CB6C-08BC-A566EA133522}"/>
                </a:ext>
              </a:extLst>
            </p:cNvPr>
            <p:cNvCxnSpPr>
              <a:cxnSpLocks/>
            </p:cNvCxnSpPr>
            <p:nvPr/>
          </p:nvCxnSpPr>
          <p:spPr>
            <a:xfrm>
              <a:off x="5525060" y="5466261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2EAB9E9-CFA2-EC48-2423-BC8C45A189FA}"/>
                </a:ext>
              </a:extLst>
            </p:cNvPr>
            <p:cNvCxnSpPr>
              <a:cxnSpLocks/>
            </p:cNvCxnSpPr>
            <p:nvPr/>
          </p:nvCxnSpPr>
          <p:spPr>
            <a:xfrm>
              <a:off x="5871398" y="5021026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5420439D-90B1-3A77-7B4E-6A9C5AE21C62}"/>
                </a:ext>
              </a:extLst>
            </p:cNvPr>
            <p:cNvCxnSpPr>
              <a:cxnSpLocks/>
            </p:cNvCxnSpPr>
            <p:nvPr/>
          </p:nvCxnSpPr>
          <p:spPr>
            <a:xfrm>
              <a:off x="6705663" y="4794232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1D61594-B6F3-77DA-2212-4D3829280695}"/>
                </a:ext>
              </a:extLst>
            </p:cNvPr>
            <p:cNvCxnSpPr>
              <a:cxnSpLocks/>
            </p:cNvCxnSpPr>
            <p:nvPr/>
          </p:nvCxnSpPr>
          <p:spPr>
            <a:xfrm>
              <a:off x="5955757" y="6583429"/>
              <a:ext cx="190648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B3686613-C39C-A001-A275-8995999CF8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166" y="5456779"/>
              <a:ext cx="0" cy="112665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331D2688-E6DA-17F9-11D1-AEDA7C606D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5356" y="5089403"/>
              <a:ext cx="0" cy="1477991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E88ED7F9-546E-E3F0-DEBD-1D910D62D1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0841" y="4794232"/>
              <a:ext cx="38343" cy="1789197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7450455E-16D4-1E68-0042-750873AA7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91230" y="6016724"/>
              <a:ext cx="241300" cy="184413"/>
            </a:xfrm>
            <a:prstGeom prst="rect">
              <a:avLst/>
            </a:prstGeom>
          </p:spPr>
        </p:pic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0195C2DA-6342-E310-F541-CC8DD1111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570902" y="5689991"/>
              <a:ext cx="139700" cy="153677"/>
            </a:xfrm>
            <a:prstGeom prst="rect">
              <a:avLst/>
            </a:prstGeom>
          </p:spPr>
        </p:pic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D935D5EA-953D-C907-3B61-3F811CD9C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46764" y="5482192"/>
              <a:ext cx="139700" cy="184413"/>
            </a:xfrm>
            <a:prstGeom prst="rect">
              <a:avLst/>
            </a:prstGeom>
          </p:spPr>
        </p:pic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C033DBFF-4A2B-DDA0-C9A9-F5841E444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295680" y="5149651"/>
              <a:ext cx="139700" cy="133187"/>
            </a:xfrm>
            <a:prstGeom prst="rect">
              <a:avLst/>
            </a:prstGeom>
          </p:spPr>
        </p:pic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A47DB97E-0A35-2272-E56D-F8BAA48656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93832" y="5042221"/>
              <a:ext cx="0" cy="407718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B16B621-ECCA-F699-D387-7D2DED746128}"/>
                </a:ext>
              </a:extLst>
            </p:cNvPr>
            <p:cNvCxnSpPr>
              <a:cxnSpLocks/>
            </p:cNvCxnSpPr>
            <p:nvPr/>
          </p:nvCxnSpPr>
          <p:spPr>
            <a:xfrm>
              <a:off x="2728218" y="5442895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8E8F07C-6012-6D42-F6A5-721B9D671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7978" y="5440950"/>
              <a:ext cx="0" cy="171379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3085583F-B04E-A958-1A94-CE22093E28F3}"/>
                </a:ext>
              </a:extLst>
            </p:cNvPr>
            <p:cNvCxnSpPr>
              <a:cxnSpLocks/>
            </p:cNvCxnSpPr>
            <p:nvPr/>
          </p:nvCxnSpPr>
          <p:spPr>
            <a:xfrm>
              <a:off x="3075488" y="5128656"/>
              <a:ext cx="0" cy="171379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357D056E-12B4-9E8A-9B44-0488A0C6EF1C}"/>
                </a:ext>
              </a:extLst>
            </p:cNvPr>
            <p:cNvCxnSpPr>
              <a:cxnSpLocks/>
            </p:cNvCxnSpPr>
            <p:nvPr/>
          </p:nvCxnSpPr>
          <p:spPr>
            <a:xfrm>
              <a:off x="2745708" y="5295495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B4CEE044-BB05-5CC6-E34C-BF1B2ECA3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541848" y="2241760"/>
              <a:ext cx="317500" cy="215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8486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D192EEE1-1325-E95A-4ED3-0C414549091F}"/>
              </a:ext>
            </a:extLst>
          </p:cNvPr>
          <p:cNvGrpSpPr/>
          <p:nvPr/>
        </p:nvGrpSpPr>
        <p:grpSpPr>
          <a:xfrm>
            <a:off x="705078" y="330339"/>
            <a:ext cx="7485893" cy="6347074"/>
            <a:chOff x="705078" y="330339"/>
            <a:chExt cx="7485893" cy="6347074"/>
          </a:xfrm>
        </p:grpSpPr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5A4BD826-232E-3B88-0D3E-0A222E28DB8E}"/>
                </a:ext>
              </a:extLst>
            </p:cNvPr>
            <p:cNvSpPr/>
            <p:nvPr/>
          </p:nvSpPr>
          <p:spPr>
            <a:xfrm>
              <a:off x="1884765" y="578070"/>
              <a:ext cx="735724" cy="2280799"/>
            </a:xfrm>
            <a:custGeom>
              <a:avLst/>
              <a:gdLst>
                <a:gd name="csX0" fmla="*/ 0 w 735724"/>
                <a:gd name="csY0" fmla="*/ 0 h 2280744"/>
                <a:gd name="csX1" fmla="*/ 357352 w 735724"/>
                <a:gd name="csY1" fmla="*/ 2280744 h 2280744"/>
                <a:gd name="csX2" fmla="*/ 735724 w 735724"/>
                <a:gd name="csY2" fmla="*/ 63062 h 2280744"/>
                <a:gd name="csX0" fmla="*/ 0 w 735724"/>
                <a:gd name="csY0" fmla="*/ 0 h 2280799"/>
                <a:gd name="csX1" fmla="*/ 357352 w 735724"/>
                <a:gd name="csY1" fmla="*/ 2280744 h 2280799"/>
                <a:gd name="csX2" fmla="*/ 735724 w 735724"/>
                <a:gd name="csY2" fmla="*/ 63062 h 2280799"/>
                <a:gd name="csX0" fmla="*/ 0 w 735724"/>
                <a:gd name="csY0" fmla="*/ 0 h 2280799"/>
                <a:gd name="csX1" fmla="*/ 357352 w 735724"/>
                <a:gd name="csY1" fmla="*/ 2280744 h 2280799"/>
                <a:gd name="csX2" fmla="*/ 735724 w 735724"/>
                <a:gd name="csY2" fmla="*/ 63062 h 228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35724" h="2280799">
                  <a:moveTo>
                    <a:pt x="0" y="0"/>
                  </a:moveTo>
                  <a:cubicBezTo>
                    <a:pt x="119117" y="760248"/>
                    <a:pt x="129628" y="2270234"/>
                    <a:pt x="357352" y="2280744"/>
                  </a:cubicBezTo>
                  <a:cubicBezTo>
                    <a:pt x="585076" y="2291254"/>
                    <a:pt x="609600" y="802289"/>
                    <a:pt x="735724" y="6306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7DABDF5-AA74-6C43-07A0-2C2D602A98D6}"/>
                </a:ext>
              </a:extLst>
            </p:cNvPr>
            <p:cNvGrpSpPr/>
            <p:nvPr/>
          </p:nvGrpSpPr>
          <p:grpSpPr>
            <a:xfrm>
              <a:off x="802200" y="977463"/>
              <a:ext cx="2906111" cy="436183"/>
              <a:chOff x="557049" y="1576552"/>
              <a:chExt cx="2906111" cy="436183"/>
            </a:xfrm>
          </p:grpSpPr>
          <p:sp>
            <p:nvSpPr>
              <p:cNvPr id="3" name="Freeform 2">
                <a:extLst>
                  <a:ext uri="{FF2B5EF4-FFF2-40B4-BE49-F238E27FC236}">
                    <a16:creationId xmlns:a16="http://schemas.microsoft.com/office/drawing/2014/main" id="{D1BC4560-9CB6-ECF6-5C23-CB69EA02DC53}"/>
                  </a:ext>
                </a:extLst>
              </p:cNvPr>
              <p:cNvSpPr/>
              <p:nvPr/>
            </p:nvSpPr>
            <p:spPr>
              <a:xfrm>
                <a:off x="557049" y="1576552"/>
                <a:ext cx="1177159" cy="430924"/>
              </a:xfrm>
              <a:custGeom>
                <a:avLst/>
                <a:gdLst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1713187"/>
                  <a:gd name="csY0" fmla="*/ 0 h 441434"/>
                  <a:gd name="csX1" fmla="*/ 1177159 w 1713187"/>
                  <a:gd name="csY1" fmla="*/ 430924 h 441434"/>
                  <a:gd name="csX2" fmla="*/ 1713187 w 1713187"/>
                  <a:gd name="csY2" fmla="*/ 441434 h 441434"/>
                  <a:gd name="csX0" fmla="*/ 0 w 1177159"/>
                  <a:gd name="csY0" fmla="*/ 0 h 430924"/>
                  <a:gd name="csX1" fmla="*/ 1177159 w 1177159"/>
                  <a:gd name="csY1" fmla="*/ 430924 h 430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77159" h="430924">
                    <a:moveTo>
                      <a:pt x="0" y="0"/>
                    </a:moveTo>
                    <a:cubicBezTo>
                      <a:pt x="413407" y="70068"/>
                      <a:pt x="879366" y="119117"/>
                      <a:pt x="1177159" y="4309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66712576-87BB-8548-3D93-8D93407F2DF2}"/>
                  </a:ext>
                </a:extLst>
              </p:cNvPr>
              <p:cNvSpPr/>
              <p:nvPr/>
            </p:nvSpPr>
            <p:spPr>
              <a:xfrm flipH="1">
                <a:off x="2286001" y="1581811"/>
                <a:ext cx="1177159" cy="430924"/>
              </a:xfrm>
              <a:custGeom>
                <a:avLst/>
                <a:gdLst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1713187"/>
                  <a:gd name="csY0" fmla="*/ 0 h 441434"/>
                  <a:gd name="csX1" fmla="*/ 1177159 w 1713187"/>
                  <a:gd name="csY1" fmla="*/ 430924 h 441434"/>
                  <a:gd name="csX2" fmla="*/ 1713187 w 1713187"/>
                  <a:gd name="csY2" fmla="*/ 441434 h 441434"/>
                  <a:gd name="csX0" fmla="*/ 0 w 1177159"/>
                  <a:gd name="csY0" fmla="*/ 0 h 430924"/>
                  <a:gd name="csX1" fmla="*/ 1177159 w 1177159"/>
                  <a:gd name="csY1" fmla="*/ 430924 h 430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77159" h="430924">
                    <a:moveTo>
                      <a:pt x="0" y="0"/>
                    </a:moveTo>
                    <a:cubicBezTo>
                      <a:pt x="413407" y="70068"/>
                      <a:pt x="879366" y="119117"/>
                      <a:pt x="1177159" y="4309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F46E0B4-24DA-8D27-94C3-D12E60F25A50}"/>
                </a:ext>
              </a:extLst>
            </p:cNvPr>
            <p:cNvGrpSpPr/>
            <p:nvPr/>
          </p:nvGrpSpPr>
          <p:grpSpPr>
            <a:xfrm flipV="1">
              <a:off x="799571" y="1382102"/>
              <a:ext cx="2906111" cy="436183"/>
              <a:chOff x="557049" y="1576552"/>
              <a:chExt cx="2906111" cy="436183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146EBC54-E2AF-86AE-4711-E2490BE2A207}"/>
                  </a:ext>
                </a:extLst>
              </p:cNvPr>
              <p:cNvSpPr/>
              <p:nvPr/>
            </p:nvSpPr>
            <p:spPr>
              <a:xfrm>
                <a:off x="557049" y="1576552"/>
                <a:ext cx="1177159" cy="430924"/>
              </a:xfrm>
              <a:custGeom>
                <a:avLst/>
                <a:gdLst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1713187"/>
                  <a:gd name="csY0" fmla="*/ 0 h 441434"/>
                  <a:gd name="csX1" fmla="*/ 1177159 w 1713187"/>
                  <a:gd name="csY1" fmla="*/ 430924 h 441434"/>
                  <a:gd name="csX2" fmla="*/ 1713187 w 1713187"/>
                  <a:gd name="csY2" fmla="*/ 441434 h 441434"/>
                  <a:gd name="csX0" fmla="*/ 0 w 1177159"/>
                  <a:gd name="csY0" fmla="*/ 0 h 430924"/>
                  <a:gd name="csX1" fmla="*/ 1177159 w 1177159"/>
                  <a:gd name="csY1" fmla="*/ 430924 h 430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77159" h="430924">
                    <a:moveTo>
                      <a:pt x="0" y="0"/>
                    </a:moveTo>
                    <a:cubicBezTo>
                      <a:pt x="413407" y="70068"/>
                      <a:pt x="879366" y="119117"/>
                      <a:pt x="1177159" y="4309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55094DD9-91A0-B36E-1430-578D6B915ECC}"/>
                  </a:ext>
                </a:extLst>
              </p:cNvPr>
              <p:cNvSpPr/>
              <p:nvPr/>
            </p:nvSpPr>
            <p:spPr>
              <a:xfrm flipH="1">
                <a:off x="2286001" y="1581811"/>
                <a:ext cx="1177159" cy="430924"/>
              </a:xfrm>
              <a:custGeom>
                <a:avLst/>
                <a:gdLst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1713187"/>
                  <a:gd name="csY0" fmla="*/ 0 h 441434"/>
                  <a:gd name="csX1" fmla="*/ 1177159 w 1713187"/>
                  <a:gd name="csY1" fmla="*/ 430924 h 441434"/>
                  <a:gd name="csX2" fmla="*/ 1713187 w 1713187"/>
                  <a:gd name="csY2" fmla="*/ 441434 h 441434"/>
                  <a:gd name="csX0" fmla="*/ 0 w 1177159"/>
                  <a:gd name="csY0" fmla="*/ 0 h 430924"/>
                  <a:gd name="csX1" fmla="*/ 1177159 w 1177159"/>
                  <a:gd name="csY1" fmla="*/ 430924 h 430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77159" h="430924">
                    <a:moveTo>
                      <a:pt x="0" y="0"/>
                    </a:moveTo>
                    <a:cubicBezTo>
                      <a:pt x="413407" y="70068"/>
                      <a:pt x="879366" y="119117"/>
                      <a:pt x="1177159" y="4309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1C02A0E-71CA-6D8F-DEF1-DD108E32373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730" y="1408387"/>
              <a:ext cx="54916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AEC202F-D11A-54A5-2E5B-E8AFE733C49B}"/>
                </a:ext>
              </a:extLst>
            </p:cNvPr>
            <p:cNvSpPr/>
            <p:nvPr/>
          </p:nvSpPr>
          <p:spPr>
            <a:xfrm>
              <a:off x="999368" y="3626773"/>
              <a:ext cx="1177159" cy="430924"/>
            </a:xfrm>
            <a:custGeom>
              <a:avLst/>
              <a:gdLst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1713187"/>
                <a:gd name="csY0" fmla="*/ 0 h 441434"/>
                <a:gd name="csX1" fmla="*/ 1177159 w 1713187"/>
                <a:gd name="csY1" fmla="*/ 430924 h 441434"/>
                <a:gd name="csX2" fmla="*/ 1713187 w 1713187"/>
                <a:gd name="csY2" fmla="*/ 441434 h 441434"/>
                <a:gd name="csX0" fmla="*/ 0 w 1177159"/>
                <a:gd name="csY0" fmla="*/ 0 h 430924"/>
                <a:gd name="csX1" fmla="*/ 1177159 w 1177159"/>
                <a:gd name="csY1" fmla="*/ 430924 h 4309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77159" h="430924">
                  <a:moveTo>
                    <a:pt x="0" y="0"/>
                  </a:moveTo>
                  <a:cubicBezTo>
                    <a:pt x="413407" y="70068"/>
                    <a:pt x="879366" y="119117"/>
                    <a:pt x="1177159" y="43092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2BD8021-E1C2-2765-DB5E-72FBFB7AF9F2}"/>
                </a:ext>
              </a:extLst>
            </p:cNvPr>
            <p:cNvSpPr/>
            <p:nvPr/>
          </p:nvSpPr>
          <p:spPr>
            <a:xfrm flipH="1">
              <a:off x="2307909" y="3632032"/>
              <a:ext cx="1177159" cy="430924"/>
            </a:xfrm>
            <a:custGeom>
              <a:avLst/>
              <a:gdLst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1713187"/>
                <a:gd name="csY0" fmla="*/ 0 h 441434"/>
                <a:gd name="csX1" fmla="*/ 1177159 w 1713187"/>
                <a:gd name="csY1" fmla="*/ 430924 h 441434"/>
                <a:gd name="csX2" fmla="*/ 1713187 w 1713187"/>
                <a:gd name="csY2" fmla="*/ 441434 h 441434"/>
                <a:gd name="csX0" fmla="*/ 0 w 1177159"/>
                <a:gd name="csY0" fmla="*/ 0 h 430924"/>
                <a:gd name="csX1" fmla="*/ 1177159 w 1177159"/>
                <a:gd name="csY1" fmla="*/ 430924 h 4309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77159" h="430924">
                  <a:moveTo>
                    <a:pt x="0" y="0"/>
                  </a:moveTo>
                  <a:cubicBezTo>
                    <a:pt x="413407" y="70068"/>
                    <a:pt x="879366" y="119117"/>
                    <a:pt x="1177159" y="43092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F5684E5-8C55-7F3D-CD65-2BBFDD2B25B7}"/>
                </a:ext>
              </a:extLst>
            </p:cNvPr>
            <p:cNvSpPr/>
            <p:nvPr/>
          </p:nvSpPr>
          <p:spPr>
            <a:xfrm>
              <a:off x="6341137" y="567564"/>
              <a:ext cx="735724" cy="2280799"/>
            </a:xfrm>
            <a:custGeom>
              <a:avLst/>
              <a:gdLst>
                <a:gd name="csX0" fmla="*/ 0 w 735724"/>
                <a:gd name="csY0" fmla="*/ 0 h 2280744"/>
                <a:gd name="csX1" fmla="*/ 357352 w 735724"/>
                <a:gd name="csY1" fmla="*/ 2280744 h 2280744"/>
                <a:gd name="csX2" fmla="*/ 735724 w 735724"/>
                <a:gd name="csY2" fmla="*/ 63062 h 2280744"/>
                <a:gd name="csX0" fmla="*/ 0 w 735724"/>
                <a:gd name="csY0" fmla="*/ 0 h 2280799"/>
                <a:gd name="csX1" fmla="*/ 357352 w 735724"/>
                <a:gd name="csY1" fmla="*/ 2280744 h 2280799"/>
                <a:gd name="csX2" fmla="*/ 735724 w 735724"/>
                <a:gd name="csY2" fmla="*/ 63062 h 2280799"/>
                <a:gd name="csX0" fmla="*/ 0 w 735724"/>
                <a:gd name="csY0" fmla="*/ 0 h 2280799"/>
                <a:gd name="csX1" fmla="*/ 357352 w 735724"/>
                <a:gd name="csY1" fmla="*/ 2280744 h 2280799"/>
                <a:gd name="csX2" fmla="*/ 735724 w 735724"/>
                <a:gd name="csY2" fmla="*/ 63062 h 228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35724" h="2280799">
                  <a:moveTo>
                    <a:pt x="0" y="0"/>
                  </a:moveTo>
                  <a:cubicBezTo>
                    <a:pt x="119117" y="760248"/>
                    <a:pt x="129628" y="2270234"/>
                    <a:pt x="357352" y="2280744"/>
                  </a:cubicBezTo>
                  <a:cubicBezTo>
                    <a:pt x="585076" y="2291254"/>
                    <a:pt x="609600" y="802289"/>
                    <a:pt x="735724" y="6306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1D6D596-F4C5-DEC2-AC70-FF6393BDA74C}"/>
                </a:ext>
              </a:extLst>
            </p:cNvPr>
            <p:cNvGrpSpPr/>
            <p:nvPr/>
          </p:nvGrpSpPr>
          <p:grpSpPr>
            <a:xfrm>
              <a:off x="5258572" y="966957"/>
              <a:ext cx="2906111" cy="436183"/>
              <a:chOff x="557049" y="1576552"/>
              <a:chExt cx="2906111" cy="436183"/>
            </a:xfrm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C1FCDD10-DE7D-2302-83EB-79CBA02DC011}"/>
                  </a:ext>
                </a:extLst>
              </p:cNvPr>
              <p:cNvSpPr/>
              <p:nvPr/>
            </p:nvSpPr>
            <p:spPr>
              <a:xfrm>
                <a:off x="557049" y="1576552"/>
                <a:ext cx="1177159" cy="430924"/>
              </a:xfrm>
              <a:custGeom>
                <a:avLst/>
                <a:gdLst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1713187"/>
                  <a:gd name="csY0" fmla="*/ 0 h 441434"/>
                  <a:gd name="csX1" fmla="*/ 1177159 w 1713187"/>
                  <a:gd name="csY1" fmla="*/ 430924 h 441434"/>
                  <a:gd name="csX2" fmla="*/ 1713187 w 1713187"/>
                  <a:gd name="csY2" fmla="*/ 441434 h 441434"/>
                  <a:gd name="csX0" fmla="*/ 0 w 1177159"/>
                  <a:gd name="csY0" fmla="*/ 0 h 430924"/>
                  <a:gd name="csX1" fmla="*/ 1177159 w 1177159"/>
                  <a:gd name="csY1" fmla="*/ 430924 h 430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77159" h="430924">
                    <a:moveTo>
                      <a:pt x="0" y="0"/>
                    </a:moveTo>
                    <a:cubicBezTo>
                      <a:pt x="413407" y="70068"/>
                      <a:pt x="879366" y="119117"/>
                      <a:pt x="1177159" y="4309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04619DCD-A2DA-CF81-8CE9-CF70A6C8F145}"/>
                  </a:ext>
                </a:extLst>
              </p:cNvPr>
              <p:cNvSpPr/>
              <p:nvPr/>
            </p:nvSpPr>
            <p:spPr>
              <a:xfrm flipH="1">
                <a:off x="2286001" y="1581811"/>
                <a:ext cx="1177159" cy="430924"/>
              </a:xfrm>
              <a:custGeom>
                <a:avLst/>
                <a:gdLst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1713187"/>
                  <a:gd name="csY0" fmla="*/ 0 h 441434"/>
                  <a:gd name="csX1" fmla="*/ 1177159 w 1713187"/>
                  <a:gd name="csY1" fmla="*/ 430924 h 441434"/>
                  <a:gd name="csX2" fmla="*/ 1713187 w 1713187"/>
                  <a:gd name="csY2" fmla="*/ 441434 h 441434"/>
                  <a:gd name="csX0" fmla="*/ 0 w 1177159"/>
                  <a:gd name="csY0" fmla="*/ 0 h 430924"/>
                  <a:gd name="csX1" fmla="*/ 1177159 w 1177159"/>
                  <a:gd name="csY1" fmla="*/ 430924 h 430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77159" h="430924">
                    <a:moveTo>
                      <a:pt x="0" y="0"/>
                    </a:moveTo>
                    <a:cubicBezTo>
                      <a:pt x="413407" y="70068"/>
                      <a:pt x="879366" y="119117"/>
                      <a:pt x="1177159" y="4309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51D703C-8647-4CF9-5EF7-42638B54B8BC}"/>
                </a:ext>
              </a:extLst>
            </p:cNvPr>
            <p:cNvGrpSpPr/>
            <p:nvPr/>
          </p:nvGrpSpPr>
          <p:grpSpPr>
            <a:xfrm flipV="1">
              <a:off x="5255943" y="1371596"/>
              <a:ext cx="2906111" cy="436183"/>
              <a:chOff x="557049" y="1576552"/>
              <a:chExt cx="2906111" cy="436183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17BA0EF2-3452-674E-564F-7720A8D7313A}"/>
                  </a:ext>
                </a:extLst>
              </p:cNvPr>
              <p:cNvSpPr/>
              <p:nvPr/>
            </p:nvSpPr>
            <p:spPr>
              <a:xfrm>
                <a:off x="557049" y="1576552"/>
                <a:ext cx="1177159" cy="430924"/>
              </a:xfrm>
              <a:custGeom>
                <a:avLst/>
                <a:gdLst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1713187"/>
                  <a:gd name="csY0" fmla="*/ 0 h 441434"/>
                  <a:gd name="csX1" fmla="*/ 1177159 w 1713187"/>
                  <a:gd name="csY1" fmla="*/ 430924 h 441434"/>
                  <a:gd name="csX2" fmla="*/ 1713187 w 1713187"/>
                  <a:gd name="csY2" fmla="*/ 441434 h 441434"/>
                  <a:gd name="csX0" fmla="*/ 0 w 1177159"/>
                  <a:gd name="csY0" fmla="*/ 0 h 430924"/>
                  <a:gd name="csX1" fmla="*/ 1177159 w 1177159"/>
                  <a:gd name="csY1" fmla="*/ 430924 h 430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77159" h="430924">
                    <a:moveTo>
                      <a:pt x="0" y="0"/>
                    </a:moveTo>
                    <a:cubicBezTo>
                      <a:pt x="413407" y="70068"/>
                      <a:pt x="879366" y="119117"/>
                      <a:pt x="1177159" y="4309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D8323F5C-C949-40A9-E627-B3040A654C98}"/>
                  </a:ext>
                </a:extLst>
              </p:cNvPr>
              <p:cNvSpPr/>
              <p:nvPr/>
            </p:nvSpPr>
            <p:spPr>
              <a:xfrm flipH="1">
                <a:off x="2286001" y="1581811"/>
                <a:ext cx="1177159" cy="430924"/>
              </a:xfrm>
              <a:custGeom>
                <a:avLst/>
                <a:gdLst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1713187"/>
                  <a:gd name="csY0" fmla="*/ 0 h 441434"/>
                  <a:gd name="csX1" fmla="*/ 1177159 w 1713187"/>
                  <a:gd name="csY1" fmla="*/ 430924 h 441434"/>
                  <a:gd name="csX2" fmla="*/ 1713187 w 1713187"/>
                  <a:gd name="csY2" fmla="*/ 441434 h 441434"/>
                  <a:gd name="csX0" fmla="*/ 0 w 1177159"/>
                  <a:gd name="csY0" fmla="*/ 0 h 430924"/>
                  <a:gd name="csX1" fmla="*/ 1177159 w 1177159"/>
                  <a:gd name="csY1" fmla="*/ 430924 h 430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77159" h="430924">
                    <a:moveTo>
                      <a:pt x="0" y="0"/>
                    </a:moveTo>
                    <a:cubicBezTo>
                      <a:pt x="413407" y="70068"/>
                      <a:pt x="879366" y="119117"/>
                      <a:pt x="1177159" y="4309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C696CC8-5A6F-C5D0-7E0F-3577BCC8DB80}"/>
                </a:ext>
              </a:extLst>
            </p:cNvPr>
            <p:cNvCxnSpPr>
              <a:cxnSpLocks/>
            </p:cNvCxnSpPr>
            <p:nvPr/>
          </p:nvCxnSpPr>
          <p:spPr>
            <a:xfrm>
              <a:off x="6433102" y="1397881"/>
              <a:ext cx="54916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DD2A286C-588B-CAE1-0BF5-5DFAEBD6A582}"/>
                </a:ext>
              </a:extLst>
            </p:cNvPr>
            <p:cNvSpPr/>
            <p:nvPr/>
          </p:nvSpPr>
          <p:spPr>
            <a:xfrm>
              <a:off x="6304349" y="3978162"/>
              <a:ext cx="735724" cy="2280799"/>
            </a:xfrm>
            <a:custGeom>
              <a:avLst/>
              <a:gdLst>
                <a:gd name="csX0" fmla="*/ 0 w 735724"/>
                <a:gd name="csY0" fmla="*/ 0 h 2280744"/>
                <a:gd name="csX1" fmla="*/ 357352 w 735724"/>
                <a:gd name="csY1" fmla="*/ 2280744 h 2280744"/>
                <a:gd name="csX2" fmla="*/ 735724 w 735724"/>
                <a:gd name="csY2" fmla="*/ 63062 h 2280744"/>
                <a:gd name="csX0" fmla="*/ 0 w 735724"/>
                <a:gd name="csY0" fmla="*/ 0 h 2280799"/>
                <a:gd name="csX1" fmla="*/ 357352 w 735724"/>
                <a:gd name="csY1" fmla="*/ 2280744 h 2280799"/>
                <a:gd name="csX2" fmla="*/ 735724 w 735724"/>
                <a:gd name="csY2" fmla="*/ 63062 h 2280799"/>
                <a:gd name="csX0" fmla="*/ 0 w 735724"/>
                <a:gd name="csY0" fmla="*/ 0 h 2280799"/>
                <a:gd name="csX1" fmla="*/ 357352 w 735724"/>
                <a:gd name="csY1" fmla="*/ 2280744 h 2280799"/>
                <a:gd name="csX2" fmla="*/ 735724 w 735724"/>
                <a:gd name="csY2" fmla="*/ 63062 h 228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35724" h="2280799">
                  <a:moveTo>
                    <a:pt x="0" y="0"/>
                  </a:moveTo>
                  <a:cubicBezTo>
                    <a:pt x="119117" y="760248"/>
                    <a:pt x="129628" y="2270234"/>
                    <a:pt x="357352" y="2280744"/>
                  </a:cubicBezTo>
                  <a:cubicBezTo>
                    <a:pt x="585076" y="2291254"/>
                    <a:pt x="609600" y="802289"/>
                    <a:pt x="735724" y="6306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796AD5A-E356-BB1B-65AD-3FB9611CF9B7}"/>
                </a:ext>
              </a:extLst>
            </p:cNvPr>
            <p:cNvGrpSpPr/>
            <p:nvPr/>
          </p:nvGrpSpPr>
          <p:grpSpPr>
            <a:xfrm>
              <a:off x="5221784" y="4377555"/>
              <a:ext cx="2906111" cy="436183"/>
              <a:chOff x="557049" y="1576552"/>
              <a:chExt cx="2906111" cy="436183"/>
            </a:xfrm>
          </p:grpSpPr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3C88F701-CA46-7F60-CEB3-D527A2F9FDAE}"/>
                  </a:ext>
                </a:extLst>
              </p:cNvPr>
              <p:cNvSpPr/>
              <p:nvPr/>
            </p:nvSpPr>
            <p:spPr>
              <a:xfrm>
                <a:off x="557049" y="1576552"/>
                <a:ext cx="1177159" cy="430924"/>
              </a:xfrm>
              <a:custGeom>
                <a:avLst/>
                <a:gdLst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1713187"/>
                  <a:gd name="csY0" fmla="*/ 0 h 441434"/>
                  <a:gd name="csX1" fmla="*/ 1177159 w 1713187"/>
                  <a:gd name="csY1" fmla="*/ 430924 h 441434"/>
                  <a:gd name="csX2" fmla="*/ 1713187 w 1713187"/>
                  <a:gd name="csY2" fmla="*/ 441434 h 441434"/>
                  <a:gd name="csX0" fmla="*/ 0 w 1177159"/>
                  <a:gd name="csY0" fmla="*/ 0 h 430924"/>
                  <a:gd name="csX1" fmla="*/ 1177159 w 1177159"/>
                  <a:gd name="csY1" fmla="*/ 430924 h 430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77159" h="430924">
                    <a:moveTo>
                      <a:pt x="0" y="0"/>
                    </a:moveTo>
                    <a:cubicBezTo>
                      <a:pt x="413407" y="70068"/>
                      <a:pt x="879366" y="119117"/>
                      <a:pt x="1177159" y="4309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AF881B34-0359-C63A-2CD7-CE9879843879}"/>
                  </a:ext>
                </a:extLst>
              </p:cNvPr>
              <p:cNvSpPr/>
              <p:nvPr/>
            </p:nvSpPr>
            <p:spPr>
              <a:xfrm flipH="1">
                <a:off x="2286001" y="1581811"/>
                <a:ext cx="1177159" cy="430924"/>
              </a:xfrm>
              <a:custGeom>
                <a:avLst/>
                <a:gdLst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1713187"/>
                  <a:gd name="csY0" fmla="*/ 0 h 441434"/>
                  <a:gd name="csX1" fmla="*/ 1177159 w 1713187"/>
                  <a:gd name="csY1" fmla="*/ 430924 h 441434"/>
                  <a:gd name="csX2" fmla="*/ 1713187 w 1713187"/>
                  <a:gd name="csY2" fmla="*/ 441434 h 441434"/>
                  <a:gd name="csX0" fmla="*/ 0 w 1177159"/>
                  <a:gd name="csY0" fmla="*/ 0 h 430924"/>
                  <a:gd name="csX1" fmla="*/ 1177159 w 1177159"/>
                  <a:gd name="csY1" fmla="*/ 430924 h 430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77159" h="430924">
                    <a:moveTo>
                      <a:pt x="0" y="0"/>
                    </a:moveTo>
                    <a:cubicBezTo>
                      <a:pt x="413407" y="70068"/>
                      <a:pt x="879366" y="119117"/>
                      <a:pt x="1177159" y="4309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243BA0F-117C-CF8A-0318-8C6683262703}"/>
                </a:ext>
              </a:extLst>
            </p:cNvPr>
            <p:cNvCxnSpPr>
              <a:cxnSpLocks/>
            </p:cNvCxnSpPr>
            <p:nvPr/>
          </p:nvCxnSpPr>
          <p:spPr>
            <a:xfrm>
              <a:off x="6396314" y="4808479"/>
              <a:ext cx="54916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CC037CB-352F-2C56-E1CC-79277A65FBE2}"/>
                </a:ext>
              </a:extLst>
            </p:cNvPr>
            <p:cNvSpPr/>
            <p:nvPr/>
          </p:nvSpPr>
          <p:spPr>
            <a:xfrm>
              <a:off x="2137118" y="4062954"/>
              <a:ext cx="202324" cy="2023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16243F78-F85F-35D9-E060-6018B520F2CD}"/>
                </a:ext>
              </a:extLst>
            </p:cNvPr>
            <p:cNvSpPr/>
            <p:nvPr/>
          </p:nvSpPr>
          <p:spPr>
            <a:xfrm>
              <a:off x="5195522" y="3163088"/>
              <a:ext cx="2995449" cy="168253"/>
            </a:xfrm>
            <a:custGeom>
              <a:avLst/>
              <a:gdLst>
                <a:gd name="csX0" fmla="*/ 0 w 2995449"/>
                <a:gd name="csY0" fmla="*/ 147145 h 168165"/>
                <a:gd name="csX1" fmla="*/ 1513490 w 2995449"/>
                <a:gd name="csY1" fmla="*/ 0 h 168165"/>
                <a:gd name="csX2" fmla="*/ 2995449 w 2995449"/>
                <a:gd name="csY2" fmla="*/ 168165 h 168165"/>
                <a:gd name="csX0" fmla="*/ 0 w 2995449"/>
                <a:gd name="csY0" fmla="*/ 147233 h 168253"/>
                <a:gd name="csX1" fmla="*/ 1513490 w 2995449"/>
                <a:gd name="csY1" fmla="*/ 88 h 168253"/>
                <a:gd name="csX2" fmla="*/ 2995449 w 2995449"/>
                <a:gd name="csY2" fmla="*/ 168253 h 168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995449" h="168253">
                  <a:moveTo>
                    <a:pt x="0" y="147233"/>
                  </a:moveTo>
                  <a:cubicBezTo>
                    <a:pt x="504497" y="98185"/>
                    <a:pt x="1014249" y="-3415"/>
                    <a:pt x="1513490" y="88"/>
                  </a:cubicBezTo>
                  <a:cubicBezTo>
                    <a:pt x="2012732" y="3591"/>
                    <a:pt x="2501463" y="112198"/>
                    <a:pt x="2995449" y="16825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E0BB1BB-8F89-2977-08A9-C145422ECD93}"/>
                </a:ext>
              </a:extLst>
            </p:cNvPr>
            <p:cNvGrpSpPr/>
            <p:nvPr/>
          </p:nvGrpSpPr>
          <p:grpSpPr>
            <a:xfrm>
              <a:off x="5258569" y="5072346"/>
              <a:ext cx="2811521" cy="272164"/>
              <a:chOff x="4771681" y="5068609"/>
              <a:chExt cx="2811521" cy="275901"/>
            </a:xfrm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5517D95B-3BAC-1616-EBDD-3C08FF0F6A96}"/>
                  </a:ext>
                </a:extLst>
              </p:cNvPr>
              <p:cNvSpPr/>
              <p:nvPr/>
            </p:nvSpPr>
            <p:spPr>
              <a:xfrm>
                <a:off x="4771681" y="5068609"/>
                <a:ext cx="1177159" cy="262191"/>
              </a:xfrm>
              <a:custGeom>
                <a:avLst/>
                <a:gdLst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1713187"/>
                  <a:gd name="csY0" fmla="*/ 0 h 441434"/>
                  <a:gd name="csX1" fmla="*/ 1177159 w 1713187"/>
                  <a:gd name="csY1" fmla="*/ 430924 h 441434"/>
                  <a:gd name="csX2" fmla="*/ 1713187 w 1713187"/>
                  <a:gd name="csY2" fmla="*/ 441434 h 441434"/>
                  <a:gd name="csX0" fmla="*/ 0 w 1177159"/>
                  <a:gd name="csY0" fmla="*/ 0 h 430924"/>
                  <a:gd name="csX1" fmla="*/ 1177159 w 1177159"/>
                  <a:gd name="csY1" fmla="*/ 430924 h 430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77159" h="430924">
                    <a:moveTo>
                      <a:pt x="0" y="0"/>
                    </a:moveTo>
                    <a:cubicBezTo>
                      <a:pt x="413407" y="70068"/>
                      <a:pt x="879366" y="119117"/>
                      <a:pt x="1177159" y="4309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07BE2C0D-3FD1-C1CC-B1ED-D7D328AE27C5}"/>
                  </a:ext>
                </a:extLst>
              </p:cNvPr>
              <p:cNvSpPr/>
              <p:nvPr/>
            </p:nvSpPr>
            <p:spPr>
              <a:xfrm flipH="1">
                <a:off x="6406043" y="5082319"/>
                <a:ext cx="1177159" cy="262191"/>
              </a:xfrm>
              <a:custGeom>
                <a:avLst/>
                <a:gdLst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1713187"/>
                  <a:gd name="csY0" fmla="*/ 0 h 441434"/>
                  <a:gd name="csX1" fmla="*/ 1177159 w 1713187"/>
                  <a:gd name="csY1" fmla="*/ 430924 h 441434"/>
                  <a:gd name="csX2" fmla="*/ 1713187 w 1713187"/>
                  <a:gd name="csY2" fmla="*/ 441434 h 441434"/>
                  <a:gd name="csX0" fmla="*/ 0 w 1177159"/>
                  <a:gd name="csY0" fmla="*/ 0 h 430924"/>
                  <a:gd name="csX1" fmla="*/ 1177159 w 1177159"/>
                  <a:gd name="csY1" fmla="*/ 430924 h 430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77159" h="430924">
                    <a:moveTo>
                      <a:pt x="0" y="0"/>
                    </a:moveTo>
                    <a:cubicBezTo>
                      <a:pt x="413407" y="70068"/>
                      <a:pt x="879366" y="119117"/>
                      <a:pt x="1177159" y="4309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B590D07B-7A4E-4482-A2B2-459F0CD6CBD8}"/>
                </a:ext>
              </a:extLst>
            </p:cNvPr>
            <p:cNvGrpSpPr/>
            <p:nvPr/>
          </p:nvGrpSpPr>
          <p:grpSpPr>
            <a:xfrm>
              <a:off x="5295356" y="5728199"/>
              <a:ext cx="2716929" cy="136569"/>
              <a:chOff x="4808468" y="5578357"/>
              <a:chExt cx="2716929" cy="286411"/>
            </a:xfrm>
          </p:grpSpPr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3FBF1C21-97EB-68CD-4F64-A7C42F57A7C3}"/>
                  </a:ext>
                </a:extLst>
              </p:cNvPr>
              <p:cNvSpPr/>
              <p:nvPr/>
            </p:nvSpPr>
            <p:spPr>
              <a:xfrm>
                <a:off x="4808468" y="5578357"/>
                <a:ext cx="1177159" cy="262191"/>
              </a:xfrm>
              <a:custGeom>
                <a:avLst/>
                <a:gdLst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1713187"/>
                  <a:gd name="csY0" fmla="*/ 0 h 441434"/>
                  <a:gd name="csX1" fmla="*/ 1177159 w 1713187"/>
                  <a:gd name="csY1" fmla="*/ 430924 h 441434"/>
                  <a:gd name="csX2" fmla="*/ 1713187 w 1713187"/>
                  <a:gd name="csY2" fmla="*/ 441434 h 441434"/>
                  <a:gd name="csX0" fmla="*/ 0 w 1177159"/>
                  <a:gd name="csY0" fmla="*/ 0 h 430924"/>
                  <a:gd name="csX1" fmla="*/ 1177159 w 1177159"/>
                  <a:gd name="csY1" fmla="*/ 430924 h 430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77159" h="430924">
                    <a:moveTo>
                      <a:pt x="0" y="0"/>
                    </a:moveTo>
                    <a:cubicBezTo>
                      <a:pt x="413407" y="70068"/>
                      <a:pt x="879366" y="119117"/>
                      <a:pt x="1177159" y="4309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3CD97392-986F-51F8-4F8B-442EC2F8CB69}"/>
                  </a:ext>
                </a:extLst>
              </p:cNvPr>
              <p:cNvSpPr/>
              <p:nvPr/>
            </p:nvSpPr>
            <p:spPr>
              <a:xfrm flipH="1">
                <a:off x="6348238" y="5602577"/>
                <a:ext cx="1177159" cy="262191"/>
              </a:xfrm>
              <a:custGeom>
                <a:avLst/>
                <a:gdLst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1713187"/>
                  <a:gd name="csY0" fmla="*/ 0 h 441434"/>
                  <a:gd name="csX1" fmla="*/ 1177159 w 1713187"/>
                  <a:gd name="csY1" fmla="*/ 430924 h 441434"/>
                  <a:gd name="csX2" fmla="*/ 1713187 w 1713187"/>
                  <a:gd name="csY2" fmla="*/ 441434 h 441434"/>
                  <a:gd name="csX0" fmla="*/ 0 w 1177159"/>
                  <a:gd name="csY0" fmla="*/ 0 h 430924"/>
                  <a:gd name="csX1" fmla="*/ 1177159 w 1177159"/>
                  <a:gd name="csY1" fmla="*/ 430924 h 430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77159" h="430924">
                    <a:moveTo>
                      <a:pt x="0" y="0"/>
                    </a:moveTo>
                    <a:cubicBezTo>
                      <a:pt x="413407" y="70068"/>
                      <a:pt x="879366" y="119117"/>
                      <a:pt x="1177159" y="4309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31E5C35-9361-CD82-98A5-967E9E46966E}"/>
                </a:ext>
              </a:extLst>
            </p:cNvPr>
            <p:cNvCxnSpPr>
              <a:cxnSpLocks/>
            </p:cNvCxnSpPr>
            <p:nvPr/>
          </p:nvCxnSpPr>
          <p:spPr>
            <a:xfrm>
              <a:off x="5227052" y="6274677"/>
              <a:ext cx="294289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BBEFE8C-E06F-0DE1-71B6-5B5725C85278}"/>
                </a:ext>
              </a:extLst>
            </p:cNvPr>
            <p:cNvCxnSpPr>
              <a:cxnSpLocks/>
            </p:cNvCxnSpPr>
            <p:nvPr/>
          </p:nvCxnSpPr>
          <p:spPr>
            <a:xfrm>
              <a:off x="5221800" y="6511159"/>
              <a:ext cx="294289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404E05D-9F9B-8249-904F-2E7F60D78C0A}"/>
                </a:ext>
              </a:extLst>
            </p:cNvPr>
            <p:cNvCxnSpPr>
              <a:cxnSpLocks/>
            </p:cNvCxnSpPr>
            <p:nvPr/>
          </p:nvCxnSpPr>
          <p:spPr>
            <a:xfrm>
              <a:off x="773400" y="4400589"/>
              <a:ext cx="294289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89C9A4F-82B9-302D-3068-D083C1DCDCD8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>
              <a:off x="6433102" y="5344510"/>
              <a:ext cx="45982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69C2B13-ECB2-19C9-1C34-F566B0D80F99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 flipV="1">
              <a:off x="6480399" y="5864768"/>
              <a:ext cx="354727" cy="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67EECAA-8DF7-227D-9C03-6F6F725CC57E}"/>
                </a:ext>
              </a:extLst>
            </p:cNvPr>
            <p:cNvSpPr txBox="1"/>
            <p:nvPr/>
          </p:nvSpPr>
          <p:spPr>
            <a:xfrm>
              <a:off x="796943" y="466973"/>
              <a:ext cx="6511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GHB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4CD96C1-4796-A238-EB25-8FE068798563}"/>
                </a:ext>
              </a:extLst>
            </p:cNvPr>
            <p:cNvSpPr txBox="1"/>
            <p:nvPr/>
          </p:nvSpPr>
          <p:spPr>
            <a:xfrm>
              <a:off x="5253315" y="466973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RIV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0331FBA-CED3-5F43-2D26-9AFFD87C24C4}"/>
                </a:ext>
              </a:extLst>
            </p:cNvPr>
            <p:cNvSpPr txBox="1"/>
            <p:nvPr/>
          </p:nvSpPr>
          <p:spPr>
            <a:xfrm>
              <a:off x="820693" y="3206366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DRN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98A40FD-03F7-324E-A9E7-790E499E4280}"/>
                </a:ext>
              </a:extLst>
            </p:cNvPr>
            <p:cNvSpPr txBox="1"/>
            <p:nvPr/>
          </p:nvSpPr>
          <p:spPr>
            <a:xfrm>
              <a:off x="5079853" y="3846783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FDR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2DC3584-B771-D11C-042F-DBE3F2C08EF7}"/>
                </a:ext>
              </a:extLst>
            </p:cNvPr>
            <p:cNvCxnSpPr>
              <a:cxnSpLocks/>
            </p:cNvCxnSpPr>
            <p:nvPr/>
          </p:nvCxnSpPr>
          <p:spPr>
            <a:xfrm>
              <a:off x="2263139" y="330339"/>
              <a:ext cx="0" cy="807410"/>
            </a:xfrm>
            <a:prstGeom prst="straightConnector1">
              <a:avLst/>
            </a:prstGeom>
            <a:ln w="53975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D1F8DA27-CA96-D3D9-297A-03B1F2EF9AD7}"/>
                </a:ext>
              </a:extLst>
            </p:cNvPr>
            <p:cNvCxnSpPr>
              <a:cxnSpLocks/>
            </p:cNvCxnSpPr>
            <p:nvPr/>
          </p:nvCxnSpPr>
          <p:spPr>
            <a:xfrm>
              <a:off x="6690651" y="387739"/>
              <a:ext cx="0" cy="807410"/>
            </a:xfrm>
            <a:prstGeom prst="straightConnector1">
              <a:avLst/>
            </a:prstGeom>
            <a:ln w="53975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B3458742-AD0E-9239-D44E-D100FA51E669}"/>
                </a:ext>
              </a:extLst>
            </p:cNvPr>
            <p:cNvCxnSpPr>
              <a:cxnSpLocks/>
            </p:cNvCxnSpPr>
            <p:nvPr/>
          </p:nvCxnSpPr>
          <p:spPr>
            <a:xfrm>
              <a:off x="2249284" y="3137033"/>
              <a:ext cx="0" cy="807410"/>
            </a:xfrm>
            <a:prstGeom prst="straightConnector1">
              <a:avLst/>
            </a:prstGeom>
            <a:ln w="53975"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DD28B631-1CC7-FA46-7CC5-DF2F82E4F664}"/>
                </a:ext>
              </a:extLst>
            </p:cNvPr>
            <p:cNvCxnSpPr>
              <a:cxnSpLocks/>
            </p:cNvCxnSpPr>
            <p:nvPr/>
          </p:nvCxnSpPr>
          <p:spPr>
            <a:xfrm>
              <a:off x="6712423" y="3770223"/>
              <a:ext cx="0" cy="807410"/>
            </a:xfrm>
            <a:prstGeom prst="straightConnector1">
              <a:avLst/>
            </a:prstGeom>
            <a:ln w="53975"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DA4EFF5D-F38A-2114-BE7F-4D616BF9E608}"/>
                </a:ext>
              </a:extLst>
            </p:cNvPr>
            <p:cNvGrpSpPr/>
            <p:nvPr/>
          </p:nvGrpSpPr>
          <p:grpSpPr>
            <a:xfrm>
              <a:off x="985513" y="6244643"/>
              <a:ext cx="2485700" cy="220922"/>
              <a:chOff x="498625" y="6029382"/>
              <a:chExt cx="2485700" cy="436183"/>
            </a:xfrm>
          </p:grpSpPr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13B33735-4906-7193-426D-7A15E22E6A4C}"/>
                  </a:ext>
                </a:extLst>
              </p:cNvPr>
              <p:cNvSpPr/>
              <p:nvPr/>
            </p:nvSpPr>
            <p:spPr>
              <a:xfrm>
                <a:off x="498625" y="6029382"/>
                <a:ext cx="1177159" cy="430924"/>
              </a:xfrm>
              <a:custGeom>
                <a:avLst/>
                <a:gdLst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1713187"/>
                  <a:gd name="csY0" fmla="*/ 0 h 441434"/>
                  <a:gd name="csX1" fmla="*/ 1177159 w 1713187"/>
                  <a:gd name="csY1" fmla="*/ 430924 h 441434"/>
                  <a:gd name="csX2" fmla="*/ 1713187 w 1713187"/>
                  <a:gd name="csY2" fmla="*/ 441434 h 441434"/>
                  <a:gd name="csX0" fmla="*/ 0 w 1177159"/>
                  <a:gd name="csY0" fmla="*/ 0 h 430924"/>
                  <a:gd name="csX1" fmla="*/ 1177159 w 1177159"/>
                  <a:gd name="csY1" fmla="*/ 430924 h 430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77159" h="430924">
                    <a:moveTo>
                      <a:pt x="0" y="0"/>
                    </a:moveTo>
                    <a:cubicBezTo>
                      <a:pt x="413407" y="70068"/>
                      <a:pt x="879366" y="119117"/>
                      <a:pt x="1177159" y="4309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DDA5CF6C-F455-8BEB-ABBF-AD0B77E1A630}"/>
                  </a:ext>
                </a:extLst>
              </p:cNvPr>
              <p:cNvSpPr/>
              <p:nvPr/>
            </p:nvSpPr>
            <p:spPr>
              <a:xfrm flipH="1">
                <a:off x="1807166" y="6034641"/>
                <a:ext cx="1177159" cy="430924"/>
              </a:xfrm>
              <a:custGeom>
                <a:avLst/>
                <a:gdLst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1713187"/>
                  <a:gd name="csY0" fmla="*/ 0 h 441434"/>
                  <a:gd name="csX1" fmla="*/ 1177159 w 1713187"/>
                  <a:gd name="csY1" fmla="*/ 430924 h 441434"/>
                  <a:gd name="csX2" fmla="*/ 1713187 w 1713187"/>
                  <a:gd name="csY2" fmla="*/ 441434 h 441434"/>
                  <a:gd name="csX0" fmla="*/ 0 w 1177159"/>
                  <a:gd name="csY0" fmla="*/ 0 h 430924"/>
                  <a:gd name="csX1" fmla="*/ 1177159 w 1177159"/>
                  <a:gd name="csY1" fmla="*/ 430924 h 430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77159" h="430924">
                    <a:moveTo>
                      <a:pt x="0" y="0"/>
                    </a:moveTo>
                    <a:cubicBezTo>
                      <a:pt x="413407" y="70068"/>
                      <a:pt x="879366" y="119117"/>
                      <a:pt x="1177159" y="4309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1150F92-ADE6-C36F-942D-DD3B8B4F171F}"/>
                </a:ext>
              </a:extLst>
            </p:cNvPr>
            <p:cNvSpPr/>
            <p:nvPr/>
          </p:nvSpPr>
          <p:spPr>
            <a:xfrm>
              <a:off x="2123263" y="5800546"/>
              <a:ext cx="202324" cy="2023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8F93E46-1C4F-67D6-3545-FF23F3FC5FC9}"/>
                </a:ext>
              </a:extLst>
            </p:cNvPr>
            <p:cNvCxnSpPr>
              <a:cxnSpLocks/>
            </p:cNvCxnSpPr>
            <p:nvPr/>
          </p:nvCxnSpPr>
          <p:spPr>
            <a:xfrm>
              <a:off x="705078" y="6677413"/>
              <a:ext cx="294289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28B67F3-F2B9-D3EB-AA8D-9848F9028FEB}"/>
                </a:ext>
              </a:extLst>
            </p:cNvPr>
            <p:cNvSpPr txBox="1"/>
            <p:nvPr/>
          </p:nvSpPr>
          <p:spPr>
            <a:xfrm>
              <a:off x="806838" y="4943958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DRNn</a:t>
              </a:r>
              <a:endParaRPr lang="en-US" dirty="0"/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9B2B1313-A274-4AE4-9DFA-0436D22FF609}"/>
                </a:ext>
              </a:extLst>
            </p:cNvPr>
            <p:cNvCxnSpPr>
              <a:cxnSpLocks/>
            </p:cNvCxnSpPr>
            <p:nvPr/>
          </p:nvCxnSpPr>
          <p:spPr>
            <a:xfrm>
              <a:off x="2199804" y="4874625"/>
              <a:ext cx="0" cy="807410"/>
            </a:xfrm>
            <a:prstGeom prst="straightConnector1">
              <a:avLst/>
            </a:prstGeom>
            <a:ln w="53975"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2EF582E9-930A-19EE-1935-4C7FBDB1EB75}"/>
                </a:ext>
              </a:extLst>
            </p:cNvPr>
            <p:cNvSpPr/>
            <p:nvPr/>
          </p:nvSpPr>
          <p:spPr>
            <a:xfrm>
              <a:off x="2121286" y="6119202"/>
              <a:ext cx="202324" cy="2023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97EDAC5-2D3E-A2FD-ABDE-7A37EF4E04ED}"/>
                </a:ext>
              </a:extLst>
            </p:cNvPr>
            <p:cNvSpPr/>
            <p:nvPr/>
          </p:nvSpPr>
          <p:spPr>
            <a:xfrm>
              <a:off x="2131183" y="6414104"/>
              <a:ext cx="202324" cy="2023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AC1AED4D-6FEA-C40C-987E-E3290B4EDFB1}"/>
                </a:ext>
              </a:extLst>
            </p:cNvPr>
            <p:cNvSpPr/>
            <p:nvPr/>
          </p:nvSpPr>
          <p:spPr>
            <a:xfrm>
              <a:off x="985513" y="5364365"/>
              <a:ext cx="1177159" cy="430924"/>
            </a:xfrm>
            <a:custGeom>
              <a:avLst/>
              <a:gdLst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1713187"/>
                <a:gd name="csY0" fmla="*/ 0 h 441434"/>
                <a:gd name="csX1" fmla="*/ 1177159 w 1713187"/>
                <a:gd name="csY1" fmla="*/ 430924 h 441434"/>
                <a:gd name="csX2" fmla="*/ 1713187 w 1713187"/>
                <a:gd name="csY2" fmla="*/ 441434 h 441434"/>
                <a:gd name="csX0" fmla="*/ 0 w 1177159"/>
                <a:gd name="csY0" fmla="*/ 0 h 430924"/>
                <a:gd name="csX1" fmla="*/ 1177159 w 1177159"/>
                <a:gd name="csY1" fmla="*/ 430924 h 4309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77159" h="430924">
                  <a:moveTo>
                    <a:pt x="0" y="0"/>
                  </a:moveTo>
                  <a:cubicBezTo>
                    <a:pt x="413407" y="70068"/>
                    <a:pt x="879366" y="119117"/>
                    <a:pt x="1177159" y="43092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D1467E9E-58A1-8F2D-518C-BDC00D00DDA6}"/>
                </a:ext>
              </a:extLst>
            </p:cNvPr>
            <p:cNvSpPr/>
            <p:nvPr/>
          </p:nvSpPr>
          <p:spPr>
            <a:xfrm flipH="1">
              <a:off x="2294054" y="5369624"/>
              <a:ext cx="1177159" cy="430924"/>
            </a:xfrm>
            <a:custGeom>
              <a:avLst/>
              <a:gdLst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2764221"/>
                <a:gd name="csY0" fmla="*/ 0 h 441434"/>
                <a:gd name="csX1" fmla="*/ 1177159 w 2764221"/>
                <a:gd name="csY1" fmla="*/ 430924 h 441434"/>
                <a:gd name="csX2" fmla="*/ 1713187 w 2764221"/>
                <a:gd name="csY2" fmla="*/ 441434 h 441434"/>
                <a:gd name="csX3" fmla="*/ 2764221 w 2764221"/>
                <a:gd name="csY3" fmla="*/ 105103 h 441434"/>
                <a:gd name="csX0" fmla="*/ 0 w 1713187"/>
                <a:gd name="csY0" fmla="*/ 0 h 441434"/>
                <a:gd name="csX1" fmla="*/ 1177159 w 1713187"/>
                <a:gd name="csY1" fmla="*/ 430924 h 441434"/>
                <a:gd name="csX2" fmla="*/ 1713187 w 1713187"/>
                <a:gd name="csY2" fmla="*/ 441434 h 441434"/>
                <a:gd name="csX0" fmla="*/ 0 w 1177159"/>
                <a:gd name="csY0" fmla="*/ 0 h 430924"/>
                <a:gd name="csX1" fmla="*/ 1177159 w 1177159"/>
                <a:gd name="csY1" fmla="*/ 430924 h 4309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77159" h="430924">
                  <a:moveTo>
                    <a:pt x="0" y="0"/>
                  </a:moveTo>
                  <a:cubicBezTo>
                    <a:pt x="413407" y="70068"/>
                    <a:pt x="879366" y="119117"/>
                    <a:pt x="1177159" y="43092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5795BEFB-74F2-F724-6CCB-77FE1837ACFC}"/>
                </a:ext>
              </a:extLst>
            </p:cNvPr>
            <p:cNvGrpSpPr/>
            <p:nvPr/>
          </p:nvGrpSpPr>
          <p:grpSpPr>
            <a:xfrm>
              <a:off x="985513" y="5896547"/>
              <a:ext cx="2485700" cy="331512"/>
              <a:chOff x="498625" y="5791876"/>
              <a:chExt cx="2485700" cy="436183"/>
            </a:xfrm>
          </p:grpSpPr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0DD941A0-B5A7-7B9E-9AA1-B18610E775F3}"/>
                  </a:ext>
                </a:extLst>
              </p:cNvPr>
              <p:cNvSpPr/>
              <p:nvPr/>
            </p:nvSpPr>
            <p:spPr>
              <a:xfrm>
                <a:off x="498625" y="5791876"/>
                <a:ext cx="1177159" cy="430924"/>
              </a:xfrm>
              <a:custGeom>
                <a:avLst/>
                <a:gdLst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1713187"/>
                  <a:gd name="csY0" fmla="*/ 0 h 441434"/>
                  <a:gd name="csX1" fmla="*/ 1177159 w 1713187"/>
                  <a:gd name="csY1" fmla="*/ 430924 h 441434"/>
                  <a:gd name="csX2" fmla="*/ 1713187 w 1713187"/>
                  <a:gd name="csY2" fmla="*/ 441434 h 441434"/>
                  <a:gd name="csX0" fmla="*/ 0 w 1177159"/>
                  <a:gd name="csY0" fmla="*/ 0 h 430924"/>
                  <a:gd name="csX1" fmla="*/ 1177159 w 1177159"/>
                  <a:gd name="csY1" fmla="*/ 430924 h 430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77159" h="430924">
                    <a:moveTo>
                      <a:pt x="0" y="0"/>
                    </a:moveTo>
                    <a:cubicBezTo>
                      <a:pt x="413407" y="70068"/>
                      <a:pt x="879366" y="119117"/>
                      <a:pt x="1177159" y="4309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14685B21-457C-A768-E153-FE875B545230}"/>
                  </a:ext>
                </a:extLst>
              </p:cNvPr>
              <p:cNvSpPr/>
              <p:nvPr/>
            </p:nvSpPr>
            <p:spPr>
              <a:xfrm flipH="1">
                <a:off x="1807166" y="5797135"/>
                <a:ext cx="1177159" cy="430924"/>
              </a:xfrm>
              <a:custGeom>
                <a:avLst/>
                <a:gdLst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2764221"/>
                  <a:gd name="csY0" fmla="*/ 0 h 441434"/>
                  <a:gd name="csX1" fmla="*/ 1177159 w 2764221"/>
                  <a:gd name="csY1" fmla="*/ 430924 h 441434"/>
                  <a:gd name="csX2" fmla="*/ 1713187 w 2764221"/>
                  <a:gd name="csY2" fmla="*/ 441434 h 441434"/>
                  <a:gd name="csX3" fmla="*/ 2764221 w 2764221"/>
                  <a:gd name="csY3" fmla="*/ 105103 h 441434"/>
                  <a:gd name="csX0" fmla="*/ 0 w 1713187"/>
                  <a:gd name="csY0" fmla="*/ 0 h 441434"/>
                  <a:gd name="csX1" fmla="*/ 1177159 w 1713187"/>
                  <a:gd name="csY1" fmla="*/ 430924 h 441434"/>
                  <a:gd name="csX2" fmla="*/ 1713187 w 1713187"/>
                  <a:gd name="csY2" fmla="*/ 441434 h 441434"/>
                  <a:gd name="csX0" fmla="*/ 0 w 1177159"/>
                  <a:gd name="csY0" fmla="*/ 0 h 430924"/>
                  <a:gd name="csX1" fmla="*/ 1177159 w 1177159"/>
                  <a:gd name="csY1" fmla="*/ 430924 h 430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77159" h="430924">
                    <a:moveTo>
                      <a:pt x="0" y="0"/>
                    </a:moveTo>
                    <a:cubicBezTo>
                      <a:pt x="413407" y="70068"/>
                      <a:pt x="879366" y="119117"/>
                      <a:pt x="1177159" y="4309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3751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38EEC96B-B62B-64F9-9335-26C5035B0AEB}"/>
              </a:ext>
            </a:extLst>
          </p:cNvPr>
          <p:cNvGrpSpPr/>
          <p:nvPr/>
        </p:nvGrpSpPr>
        <p:grpSpPr>
          <a:xfrm>
            <a:off x="520701" y="314326"/>
            <a:ext cx="5854700" cy="4911723"/>
            <a:chOff x="520701" y="314326"/>
            <a:chExt cx="5854700" cy="491172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C851A008-42AF-224A-1E45-90299DB9FE36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00" y="679450"/>
              <a:ext cx="0" cy="4375150"/>
            </a:xfrm>
            <a:prstGeom prst="line">
              <a:avLst/>
            </a:prstGeom>
            <a:ln w="952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419C3FD-0EAF-0CFE-2CDE-CD27272BC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8250" y="1130300"/>
              <a:ext cx="2552700" cy="34671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253ACA4-CC5D-7CDA-2174-F70ADDEC473A}"/>
                </a:ext>
              </a:extLst>
            </p:cNvPr>
            <p:cNvSpPr/>
            <p:nvPr/>
          </p:nvSpPr>
          <p:spPr>
            <a:xfrm>
              <a:off x="2501901" y="679450"/>
              <a:ext cx="2451100" cy="4349750"/>
            </a:xfrm>
            <a:custGeom>
              <a:avLst/>
              <a:gdLst>
                <a:gd name="csX0" fmla="*/ 0 w 2451100"/>
                <a:gd name="csY0" fmla="*/ 3975100 h 3975100"/>
                <a:gd name="csX1" fmla="*/ 190500 w 2451100"/>
                <a:gd name="csY1" fmla="*/ 2603500 h 3975100"/>
                <a:gd name="csX2" fmla="*/ 965200 w 2451100"/>
                <a:gd name="csY2" fmla="*/ 1333500 h 3975100"/>
                <a:gd name="csX3" fmla="*/ 2451100 w 2451100"/>
                <a:gd name="csY3" fmla="*/ 0 h 3975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1100" h="3975100">
                  <a:moveTo>
                    <a:pt x="0" y="3975100"/>
                  </a:moveTo>
                  <a:lnTo>
                    <a:pt x="190500" y="2603500"/>
                  </a:lnTo>
                  <a:lnTo>
                    <a:pt x="965200" y="1333500"/>
                  </a:lnTo>
                  <a:lnTo>
                    <a:pt x="245110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04835C5-EAD3-1DB3-D17C-918EBCED41C2}"/>
                </a:ext>
              </a:extLst>
            </p:cNvPr>
            <p:cNvSpPr/>
            <p:nvPr/>
          </p:nvSpPr>
          <p:spPr>
            <a:xfrm>
              <a:off x="2501900" y="698500"/>
              <a:ext cx="3136891" cy="4349750"/>
            </a:xfrm>
            <a:custGeom>
              <a:avLst/>
              <a:gdLst>
                <a:gd name="csX0" fmla="*/ 0 w 2959100"/>
                <a:gd name="csY0" fmla="*/ 4013200 h 4013200"/>
                <a:gd name="csX1" fmla="*/ 863600 w 2959100"/>
                <a:gd name="csY1" fmla="*/ 1816100 h 4013200"/>
                <a:gd name="csX2" fmla="*/ 2959100 w 2959100"/>
                <a:gd name="csY2" fmla="*/ 0 h 4013200"/>
                <a:gd name="csX0" fmla="*/ 0 w 2959100"/>
                <a:gd name="csY0" fmla="*/ 4013200 h 4013200"/>
                <a:gd name="csX1" fmla="*/ 863600 w 2959100"/>
                <a:gd name="csY1" fmla="*/ 1816100 h 4013200"/>
                <a:gd name="csX2" fmla="*/ 2959100 w 2959100"/>
                <a:gd name="csY2" fmla="*/ 0 h 4013200"/>
                <a:gd name="csX0" fmla="*/ 0 w 2959100"/>
                <a:gd name="csY0" fmla="*/ 4013200 h 4013200"/>
                <a:gd name="csX1" fmla="*/ 990600 w 2959100"/>
                <a:gd name="csY1" fmla="*/ 1841500 h 4013200"/>
                <a:gd name="csX2" fmla="*/ 2959100 w 2959100"/>
                <a:gd name="csY2" fmla="*/ 0 h 4013200"/>
                <a:gd name="csX0" fmla="*/ 0 w 2959100"/>
                <a:gd name="csY0" fmla="*/ 4013200 h 4013200"/>
                <a:gd name="csX1" fmla="*/ 990600 w 2959100"/>
                <a:gd name="csY1" fmla="*/ 1841500 h 4013200"/>
                <a:gd name="csX2" fmla="*/ 2959100 w 2959100"/>
                <a:gd name="csY2" fmla="*/ 0 h 4013200"/>
                <a:gd name="csX0" fmla="*/ 0 w 2959100"/>
                <a:gd name="csY0" fmla="*/ 4013200 h 4013200"/>
                <a:gd name="csX1" fmla="*/ 990600 w 2959100"/>
                <a:gd name="csY1" fmla="*/ 1841500 h 4013200"/>
                <a:gd name="csX2" fmla="*/ 2959100 w 2959100"/>
                <a:gd name="csY2" fmla="*/ 0 h 4013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959100" h="4013200">
                  <a:moveTo>
                    <a:pt x="0" y="4013200"/>
                  </a:moveTo>
                  <a:cubicBezTo>
                    <a:pt x="10883" y="3506708"/>
                    <a:pt x="497417" y="2510367"/>
                    <a:pt x="990600" y="1841500"/>
                  </a:cubicBezTo>
                  <a:cubicBezTo>
                    <a:pt x="1483783" y="1172633"/>
                    <a:pt x="2260600" y="605367"/>
                    <a:pt x="295910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E088E8C-C675-CAE2-7D1F-6C35448204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1900" y="679450"/>
              <a:ext cx="1638300" cy="2206625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15664C3-4909-AF25-EB5D-B73CBD2231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4600" y="685800"/>
              <a:ext cx="3784600" cy="12700"/>
            </a:xfrm>
            <a:prstGeom prst="line">
              <a:avLst/>
            </a:prstGeom>
            <a:ln w="952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B4FDDE1-CA56-8E59-6590-B435773117CE}"/>
                </a:ext>
              </a:extLst>
            </p:cNvPr>
            <p:cNvCxnSpPr>
              <a:cxnSpLocks/>
            </p:cNvCxnSpPr>
            <p:nvPr/>
          </p:nvCxnSpPr>
          <p:spPr>
            <a:xfrm>
              <a:off x="2679700" y="482600"/>
              <a:ext cx="914399" cy="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26163B4-063C-9974-8FAE-626A3C14B963}"/>
                </a:ext>
              </a:extLst>
            </p:cNvPr>
            <p:cNvCxnSpPr>
              <a:cxnSpLocks/>
            </p:cNvCxnSpPr>
            <p:nvPr/>
          </p:nvCxnSpPr>
          <p:spPr>
            <a:xfrm>
              <a:off x="2197100" y="736600"/>
              <a:ext cx="0" cy="69850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9FEEABF-51B7-D8B8-0405-933457CA9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70345" y="314326"/>
              <a:ext cx="1473200" cy="26670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6C2F581-A0E5-EC4F-2DA0-CF9F5BC091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69904" y="1431926"/>
              <a:ext cx="2501900" cy="26670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699F9AB-950D-6FC9-546E-E06C2B120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0701" y="4319586"/>
              <a:ext cx="546100" cy="19050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1B14DBAB-EB73-48D3-5EB1-84B2DB8D9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8474353">
              <a:off x="1983698" y="1630549"/>
              <a:ext cx="2324100" cy="203200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EDF88F2-8892-E8A1-D5CD-81E755AFB18F}"/>
                </a:ext>
              </a:extLst>
            </p:cNvPr>
            <p:cNvCxnSpPr>
              <a:cxnSpLocks/>
            </p:cNvCxnSpPr>
            <p:nvPr/>
          </p:nvCxnSpPr>
          <p:spPr>
            <a:xfrm>
              <a:off x="1784350" y="3832224"/>
              <a:ext cx="0" cy="139382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FAD1AC4-7D60-A609-27F5-48EF30352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95400" y="5022850"/>
              <a:ext cx="457200" cy="1905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699FE20-2175-DCBA-8F12-775B7717A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48066" y="2927350"/>
              <a:ext cx="2628900" cy="2286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B03E984-6D14-8AE7-C0FF-C93DE96D0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06850" y="2343150"/>
              <a:ext cx="546100" cy="190500"/>
            </a:xfrm>
            <a:prstGeom prst="rect">
              <a:avLst/>
            </a:prstGeom>
          </p:spPr>
        </p:pic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9CDEEC-6158-CCF1-B6FF-0393326AF713}"/>
                </a:ext>
              </a:extLst>
            </p:cNvPr>
            <p:cNvCxnSpPr>
              <a:cxnSpLocks/>
            </p:cNvCxnSpPr>
            <p:nvPr/>
          </p:nvCxnSpPr>
          <p:spPr>
            <a:xfrm>
              <a:off x="3622666" y="2584450"/>
              <a:ext cx="904884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D2047B4-A083-7405-B1F8-4E2059811E8B}"/>
                </a:ext>
              </a:extLst>
            </p:cNvPr>
            <p:cNvCxnSpPr>
              <a:cxnSpLocks/>
            </p:cNvCxnSpPr>
            <p:nvPr/>
          </p:nvCxnSpPr>
          <p:spPr>
            <a:xfrm>
              <a:off x="2895600" y="3235324"/>
              <a:ext cx="3479801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4800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112DA1-6731-BE2E-374A-677C567D25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Plaatjes</a:t>
            </a:r>
            <a:r>
              <a:rPr lang="en-US" dirty="0"/>
              <a:t> De Laat 1980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14B9CB0-2DAF-AE40-E25D-AB4682397C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Onverzadigde</a:t>
            </a:r>
            <a:r>
              <a:rPr lang="en-US" dirty="0"/>
              <a:t> zone</a:t>
            </a:r>
          </a:p>
        </p:txBody>
      </p:sp>
    </p:spTree>
    <p:extLst>
      <p:ext uri="{BB962C8B-B14F-4D97-AF65-F5344CB8AC3E}">
        <p14:creationId xmlns:p14="http://schemas.microsoft.com/office/powerpoint/2010/main" val="511724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C86444-71FE-EF45-D281-DCDC5948EAF2}"/>
              </a:ext>
            </a:extLst>
          </p:cNvPr>
          <p:cNvSpPr/>
          <p:nvPr/>
        </p:nvSpPr>
        <p:spPr>
          <a:xfrm>
            <a:off x="3170713" y="593766"/>
            <a:ext cx="2956956" cy="55220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D99080D-895A-779D-B2B4-B2E6B5EB891F}"/>
              </a:ext>
            </a:extLst>
          </p:cNvPr>
          <p:cNvSpPr/>
          <p:nvPr/>
        </p:nvSpPr>
        <p:spPr>
          <a:xfrm>
            <a:off x="3135086" y="1226140"/>
            <a:ext cx="2826327" cy="4877777"/>
          </a:xfrm>
          <a:custGeom>
            <a:avLst/>
            <a:gdLst>
              <a:gd name="connsiteX0" fmla="*/ 0 w 2826327"/>
              <a:gd name="connsiteY0" fmla="*/ 0 h 4916385"/>
              <a:gd name="connsiteX1" fmla="*/ 807522 w 2826327"/>
              <a:gd name="connsiteY1" fmla="*/ 486889 h 4916385"/>
              <a:gd name="connsiteX2" fmla="*/ 1080654 w 2826327"/>
              <a:gd name="connsiteY2" fmla="*/ 1365663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07522 w 2826327"/>
              <a:gd name="connsiteY1" fmla="*/ 486889 h 4916385"/>
              <a:gd name="connsiteX2" fmla="*/ 1080654 w 2826327"/>
              <a:gd name="connsiteY2" fmla="*/ 1365663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07522 w 2826327"/>
              <a:gd name="connsiteY1" fmla="*/ 486889 h 4916385"/>
              <a:gd name="connsiteX2" fmla="*/ 1080654 w 2826327"/>
              <a:gd name="connsiteY2" fmla="*/ 1365663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07522 w 2826327"/>
              <a:gd name="connsiteY1" fmla="*/ 486889 h 4916385"/>
              <a:gd name="connsiteX2" fmla="*/ 1080654 w 2826327"/>
              <a:gd name="connsiteY2" fmla="*/ 1365663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07522 w 2826327"/>
              <a:gd name="connsiteY1" fmla="*/ 486889 h 4916385"/>
              <a:gd name="connsiteX2" fmla="*/ 1080654 w 2826327"/>
              <a:gd name="connsiteY2" fmla="*/ 1365663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07522 w 2826327"/>
              <a:gd name="connsiteY1" fmla="*/ 486889 h 4916385"/>
              <a:gd name="connsiteX2" fmla="*/ 1080654 w 2826327"/>
              <a:gd name="connsiteY2" fmla="*/ 1365663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07522 w 2826327"/>
              <a:gd name="connsiteY1" fmla="*/ 486889 h 4916385"/>
              <a:gd name="connsiteX2" fmla="*/ 1080654 w 2826327"/>
              <a:gd name="connsiteY2" fmla="*/ 1365663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23020 w 2826327"/>
              <a:gd name="connsiteY1" fmla="*/ 556632 h 4916385"/>
              <a:gd name="connsiteX2" fmla="*/ 1080654 w 2826327"/>
              <a:gd name="connsiteY2" fmla="*/ 1365663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23020 w 2826327"/>
              <a:gd name="connsiteY1" fmla="*/ 556632 h 4916385"/>
              <a:gd name="connsiteX2" fmla="*/ 1072905 w 2826327"/>
              <a:gd name="connsiteY2" fmla="*/ 1381161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23020 w 2826327"/>
              <a:gd name="connsiteY1" fmla="*/ 556632 h 4916385"/>
              <a:gd name="connsiteX2" fmla="*/ 1072905 w 2826327"/>
              <a:gd name="connsiteY2" fmla="*/ 1381161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23020 w 2826327"/>
              <a:gd name="connsiteY1" fmla="*/ 556632 h 4916385"/>
              <a:gd name="connsiteX2" fmla="*/ 1072905 w 2826327"/>
              <a:gd name="connsiteY2" fmla="*/ 1381161 h 4916385"/>
              <a:gd name="connsiteX3" fmla="*/ 1234530 w 2826327"/>
              <a:gd name="connsiteY3" fmla="*/ 2620825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147 h 4916532"/>
              <a:gd name="connsiteX1" fmla="*/ 823020 w 2826327"/>
              <a:gd name="connsiteY1" fmla="*/ 556779 h 4916532"/>
              <a:gd name="connsiteX2" fmla="*/ 1072905 w 2826327"/>
              <a:gd name="connsiteY2" fmla="*/ 1381308 h 4916532"/>
              <a:gd name="connsiteX3" fmla="*/ 1234530 w 2826327"/>
              <a:gd name="connsiteY3" fmla="*/ 2620972 h 4916532"/>
              <a:gd name="connsiteX4" fmla="*/ 1781298 w 2826327"/>
              <a:gd name="connsiteY4" fmla="*/ 3455867 h 4916532"/>
              <a:gd name="connsiteX5" fmla="*/ 2826327 w 2826327"/>
              <a:gd name="connsiteY5" fmla="*/ 4916532 h 4916532"/>
              <a:gd name="connsiteX0" fmla="*/ 0 w 2826327"/>
              <a:gd name="connsiteY0" fmla="*/ 163 h 4877802"/>
              <a:gd name="connsiteX1" fmla="*/ 823020 w 2826327"/>
              <a:gd name="connsiteY1" fmla="*/ 518049 h 4877802"/>
              <a:gd name="connsiteX2" fmla="*/ 1072905 w 2826327"/>
              <a:gd name="connsiteY2" fmla="*/ 1342578 h 4877802"/>
              <a:gd name="connsiteX3" fmla="*/ 1234530 w 2826327"/>
              <a:gd name="connsiteY3" fmla="*/ 2582242 h 4877802"/>
              <a:gd name="connsiteX4" fmla="*/ 1781298 w 2826327"/>
              <a:gd name="connsiteY4" fmla="*/ 3417137 h 4877802"/>
              <a:gd name="connsiteX5" fmla="*/ 2826327 w 2826327"/>
              <a:gd name="connsiteY5" fmla="*/ 4877802 h 4877802"/>
              <a:gd name="connsiteX0" fmla="*/ 0 w 2826327"/>
              <a:gd name="connsiteY0" fmla="*/ 185 h 4877824"/>
              <a:gd name="connsiteX1" fmla="*/ 823020 w 2826327"/>
              <a:gd name="connsiteY1" fmla="*/ 518071 h 4877824"/>
              <a:gd name="connsiteX2" fmla="*/ 1072905 w 2826327"/>
              <a:gd name="connsiteY2" fmla="*/ 1342600 h 4877824"/>
              <a:gd name="connsiteX3" fmla="*/ 1234530 w 2826327"/>
              <a:gd name="connsiteY3" fmla="*/ 2582264 h 4877824"/>
              <a:gd name="connsiteX4" fmla="*/ 1781298 w 2826327"/>
              <a:gd name="connsiteY4" fmla="*/ 3417159 h 4877824"/>
              <a:gd name="connsiteX5" fmla="*/ 2826327 w 2826327"/>
              <a:gd name="connsiteY5" fmla="*/ 4877824 h 4877824"/>
              <a:gd name="connsiteX0" fmla="*/ 0 w 2826327"/>
              <a:gd name="connsiteY0" fmla="*/ 142 h 4877781"/>
              <a:gd name="connsiteX1" fmla="*/ 854017 w 2826327"/>
              <a:gd name="connsiteY1" fmla="*/ 603269 h 4877781"/>
              <a:gd name="connsiteX2" fmla="*/ 1072905 w 2826327"/>
              <a:gd name="connsiteY2" fmla="*/ 1342557 h 4877781"/>
              <a:gd name="connsiteX3" fmla="*/ 1234530 w 2826327"/>
              <a:gd name="connsiteY3" fmla="*/ 2582221 h 4877781"/>
              <a:gd name="connsiteX4" fmla="*/ 1781298 w 2826327"/>
              <a:gd name="connsiteY4" fmla="*/ 3417116 h 4877781"/>
              <a:gd name="connsiteX5" fmla="*/ 2826327 w 2826327"/>
              <a:gd name="connsiteY5" fmla="*/ 4877781 h 4877781"/>
              <a:gd name="connsiteX0" fmla="*/ 0 w 2826327"/>
              <a:gd name="connsiteY0" fmla="*/ 138 h 4877777"/>
              <a:gd name="connsiteX1" fmla="*/ 854017 w 2826327"/>
              <a:gd name="connsiteY1" fmla="*/ 603265 h 4877777"/>
              <a:gd name="connsiteX2" fmla="*/ 1072905 w 2826327"/>
              <a:gd name="connsiteY2" fmla="*/ 1342553 h 4877777"/>
              <a:gd name="connsiteX3" fmla="*/ 1234530 w 2826327"/>
              <a:gd name="connsiteY3" fmla="*/ 2582217 h 4877777"/>
              <a:gd name="connsiteX4" fmla="*/ 1781298 w 2826327"/>
              <a:gd name="connsiteY4" fmla="*/ 3417112 h 4877777"/>
              <a:gd name="connsiteX5" fmla="*/ 2826327 w 2826327"/>
              <a:gd name="connsiteY5" fmla="*/ 4877777 h 487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26327" h="4877777">
                <a:moveTo>
                  <a:pt x="0" y="138"/>
                </a:moveTo>
                <a:cubicBezTo>
                  <a:pt x="656632" y="-8048"/>
                  <a:pt x="752495" y="352358"/>
                  <a:pt x="854017" y="603265"/>
                </a:cubicBezTo>
                <a:cubicBezTo>
                  <a:pt x="955539" y="854172"/>
                  <a:pt x="1009486" y="1012728"/>
                  <a:pt x="1072905" y="1342553"/>
                </a:cubicBezTo>
                <a:cubicBezTo>
                  <a:pt x="1136324" y="1672378"/>
                  <a:pt x="1178458" y="2391440"/>
                  <a:pt x="1234530" y="2582217"/>
                </a:cubicBezTo>
                <a:cubicBezTo>
                  <a:pt x="1290602" y="2772994"/>
                  <a:pt x="1515999" y="3034519"/>
                  <a:pt x="1781298" y="3417112"/>
                </a:cubicBezTo>
                <a:cubicBezTo>
                  <a:pt x="2046597" y="3799705"/>
                  <a:pt x="2477984" y="4390889"/>
                  <a:pt x="2826327" y="4877777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E3E6063-6826-7261-9EA0-F38D8945795D}"/>
              </a:ext>
            </a:extLst>
          </p:cNvPr>
          <p:cNvGrpSpPr/>
          <p:nvPr/>
        </p:nvGrpSpPr>
        <p:grpSpPr>
          <a:xfrm>
            <a:off x="3719593" y="593766"/>
            <a:ext cx="1844299" cy="5628804"/>
            <a:chOff x="3719593" y="1100380"/>
            <a:chExt cx="1844299" cy="512219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A5A7998-6B61-BECB-9410-BAE17D3D8CE6}"/>
                </a:ext>
              </a:extLst>
            </p:cNvPr>
            <p:cNvCxnSpPr>
              <a:cxnSpLocks/>
            </p:cNvCxnSpPr>
            <p:nvPr/>
          </p:nvCxnSpPr>
          <p:spPr>
            <a:xfrm>
              <a:off x="3719593" y="1100380"/>
              <a:ext cx="0" cy="51221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4E055E8-31C1-5A17-770B-98DCCB9DB904}"/>
                </a:ext>
              </a:extLst>
            </p:cNvPr>
            <p:cNvCxnSpPr>
              <a:cxnSpLocks/>
            </p:cNvCxnSpPr>
            <p:nvPr/>
          </p:nvCxnSpPr>
          <p:spPr>
            <a:xfrm>
              <a:off x="4329193" y="1100380"/>
              <a:ext cx="0" cy="51221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A524C62-D05D-58C0-6926-D5AE8F897756}"/>
                </a:ext>
              </a:extLst>
            </p:cNvPr>
            <p:cNvCxnSpPr>
              <a:cxnSpLocks/>
            </p:cNvCxnSpPr>
            <p:nvPr/>
          </p:nvCxnSpPr>
          <p:spPr>
            <a:xfrm>
              <a:off x="4938793" y="1100380"/>
              <a:ext cx="0" cy="51221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D35FA25-5104-CBFB-ABE8-C4057E2383F7}"/>
                </a:ext>
              </a:extLst>
            </p:cNvPr>
            <p:cNvCxnSpPr>
              <a:cxnSpLocks/>
            </p:cNvCxnSpPr>
            <p:nvPr/>
          </p:nvCxnSpPr>
          <p:spPr>
            <a:xfrm>
              <a:off x="5563892" y="1100380"/>
              <a:ext cx="0" cy="51221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FE8D66-AE74-963D-476B-23354A6F5C36}"/>
              </a:ext>
            </a:extLst>
          </p:cNvPr>
          <p:cNvCxnSpPr>
            <a:cxnSpLocks/>
          </p:cNvCxnSpPr>
          <p:nvPr/>
        </p:nvCxnSpPr>
        <p:spPr>
          <a:xfrm>
            <a:off x="3051874" y="1202889"/>
            <a:ext cx="30757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43684C0-D435-B6E8-311F-AC34298BD26E}"/>
              </a:ext>
            </a:extLst>
          </p:cNvPr>
          <p:cNvCxnSpPr>
            <a:cxnSpLocks/>
          </p:cNvCxnSpPr>
          <p:nvPr/>
        </p:nvCxnSpPr>
        <p:spPr>
          <a:xfrm>
            <a:off x="3103535" y="1804740"/>
            <a:ext cx="30757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85900A7-9F92-69AE-0B5C-3A4F3BAC7E56}"/>
              </a:ext>
            </a:extLst>
          </p:cNvPr>
          <p:cNvCxnSpPr>
            <a:cxnSpLocks/>
          </p:cNvCxnSpPr>
          <p:nvPr/>
        </p:nvCxnSpPr>
        <p:spPr>
          <a:xfrm>
            <a:off x="3064789" y="2406591"/>
            <a:ext cx="30757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317CFC-98FF-0E47-40BA-9982305228BC}"/>
              </a:ext>
            </a:extLst>
          </p:cNvPr>
          <p:cNvCxnSpPr>
            <a:cxnSpLocks/>
          </p:cNvCxnSpPr>
          <p:nvPr/>
        </p:nvCxnSpPr>
        <p:spPr>
          <a:xfrm>
            <a:off x="3064789" y="3039438"/>
            <a:ext cx="30757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F0281AA-B258-DC91-CB5C-D47FFD67C53A}"/>
              </a:ext>
            </a:extLst>
          </p:cNvPr>
          <p:cNvCxnSpPr>
            <a:cxnSpLocks/>
          </p:cNvCxnSpPr>
          <p:nvPr/>
        </p:nvCxnSpPr>
        <p:spPr>
          <a:xfrm>
            <a:off x="3051874" y="3641288"/>
            <a:ext cx="30757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5615146-716B-A8B0-2348-DC00C84711F5}"/>
              </a:ext>
            </a:extLst>
          </p:cNvPr>
          <p:cNvCxnSpPr>
            <a:cxnSpLocks/>
          </p:cNvCxnSpPr>
          <p:nvPr/>
        </p:nvCxnSpPr>
        <p:spPr>
          <a:xfrm>
            <a:off x="3034102" y="4250888"/>
            <a:ext cx="30757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BFAD66E-7E54-5048-61A3-58E27CB37E6B}"/>
              </a:ext>
            </a:extLst>
          </p:cNvPr>
          <p:cNvCxnSpPr>
            <a:cxnSpLocks/>
          </p:cNvCxnSpPr>
          <p:nvPr/>
        </p:nvCxnSpPr>
        <p:spPr>
          <a:xfrm>
            <a:off x="3051874" y="4868237"/>
            <a:ext cx="30757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7C6CE5-9155-695A-B705-BB83685C9040}"/>
              </a:ext>
            </a:extLst>
          </p:cNvPr>
          <p:cNvCxnSpPr>
            <a:cxnSpLocks/>
          </p:cNvCxnSpPr>
          <p:nvPr/>
        </p:nvCxnSpPr>
        <p:spPr>
          <a:xfrm>
            <a:off x="3051874" y="5477837"/>
            <a:ext cx="30757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9CC2BA2-B002-790D-C073-674F54FFA8D9}"/>
              </a:ext>
            </a:extLst>
          </p:cNvPr>
          <p:cNvSpPr txBox="1"/>
          <p:nvPr/>
        </p:nvSpPr>
        <p:spPr>
          <a:xfrm>
            <a:off x="2543001" y="409100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BF35C8-3CE2-5B24-71D5-78760160FAF8}"/>
              </a:ext>
            </a:extLst>
          </p:cNvPr>
          <p:cNvSpPr txBox="1"/>
          <p:nvPr/>
        </p:nvSpPr>
        <p:spPr>
          <a:xfrm>
            <a:off x="2543001" y="1002866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58D4F2-1724-C735-4603-C5965DC12F78}"/>
              </a:ext>
            </a:extLst>
          </p:cNvPr>
          <p:cNvSpPr txBox="1"/>
          <p:nvPr/>
        </p:nvSpPr>
        <p:spPr>
          <a:xfrm>
            <a:off x="2543001" y="1581753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0D8666-4616-FC3B-661E-3DB50B069D67}"/>
              </a:ext>
            </a:extLst>
          </p:cNvPr>
          <p:cNvSpPr txBox="1"/>
          <p:nvPr/>
        </p:nvSpPr>
        <p:spPr>
          <a:xfrm>
            <a:off x="2543001" y="2158960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9ABB06-D4B6-C147-CD0E-C56B6BABAD0A}"/>
              </a:ext>
            </a:extLst>
          </p:cNvPr>
          <p:cNvSpPr txBox="1"/>
          <p:nvPr/>
        </p:nvSpPr>
        <p:spPr>
          <a:xfrm>
            <a:off x="2501644" y="2752726"/>
            <a:ext cx="55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-1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AEB7FB-776D-C89B-5D4C-B4D2A7BE1C73}"/>
              </a:ext>
            </a:extLst>
          </p:cNvPr>
          <p:cNvSpPr txBox="1"/>
          <p:nvPr/>
        </p:nvSpPr>
        <p:spPr>
          <a:xfrm>
            <a:off x="2490102" y="3366611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-2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0A0A24-4941-4821-F47B-CFDC3B62923D}"/>
              </a:ext>
            </a:extLst>
          </p:cNvPr>
          <p:cNvSpPr txBox="1"/>
          <p:nvPr/>
        </p:nvSpPr>
        <p:spPr>
          <a:xfrm>
            <a:off x="2490102" y="3980496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-3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74EFA0-FD5F-2FF3-1FBE-919DD6B1DC76}"/>
              </a:ext>
            </a:extLst>
          </p:cNvPr>
          <p:cNvSpPr txBox="1"/>
          <p:nvPr/>
        </p:nvSpPr>
        <p:spPr>
          <a:xfrm>
            <a:off x="2490102" y="4620697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-4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CA908C-FE31-A038-7C4F-40710DC1E721}"/>
              </a:ext>
            </a:extLst>
          </p:cNvPr>
          <p:cNvSpPr txBox="1"/>
          <p:nvPr/>
        </p:nvSpPr>
        <p:spPr>
          <a:xfrm>
            <a:off x="2490102" y="5214463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-5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FAFEE7-4C31-6DE6-0EFA-D0D361981E3E}"/>
              </a:ext>
            </a:extLst>
          </p:cNvPr>
          <p:cNvSpPr txBox="1"/>
          <p:nvPr/>
        </p:nvSpPr>
        <p:spPr>
          <a:xfrm>
            <a:off x="2490102" y="5808229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-6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0E9282-562B-C2DA-6B47-4B83849A2754}"/>
              </a:ext>
            </a:extLst>
          </p:cNvPr>
          <p:cNvSpPr txBox="1"/>
          <p:nvPr/>
        </p:nvSpPr>
        <p:spPr>
          <a:xfrm>
            <a:off x="5819631" y="6208259"/>
            <a:ext cx="627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-10</a:t>
            </a:r>
            <a:r>
              <a:rPr lang="en-NL" baseline="30000" dirty="0"/>
              <a:t>-5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73DC8F-BFB1-0722-6423-C6B1C0936AB5}"/>
              </a:ext>
            </a:extLst>
          </p:cNvPr>
          <p:cNvSpPr txBox="1"/>
          <p:nvPr/>
        </p:nvSpPr>
        <p:spPr>
          <a:xfrm>
            <a:off x="2787442" y="6208259"/>
            <a:ext cx="574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-10</a:t>
            </a:r>
            <a:r>
              <a:rPr lang="en-NL" baseline="30000" dirty="0"/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0AA57D-5B47-3A91-007D-8C8FE31A830E}"/>
              </a:ext>
            </a:extLst>
          </p:cNvPr>
          <p:cNvSpPr txBox="1"/>
          <p:nvPr/>
        </p:nvSpPr>
        <p:spPr>
          <a:xfrm>
            <a:off x="3412540" y="6208259"/>
            <a:ext cx="574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-10</a:t>
            </a:r>
            <a:r>
              <a:rPr lang="en-NL" baseline="300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9B1FC8-4D32-0A74-6D26-E00811F0B622}"/>
              </a:ext>
            </a:extLst>
          </p:cNvPr>
          <p:cNvSpPr txBox="1"/>
          <p:nvPr/>
        </p:nvSpPr>
        <p:spPr>
          <a:xfrm>
            <a:off x="4037638" y="6208259"/>
            <a:ext cx="574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-10</a:t>
            </a:r>
            <a:r>
              <a:rPr lang="en-NL" baseline="300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08604D-5947-73A1-6381-99CEE5C072E4}"/>
              </a:ext>
            </a:extLst>
          </p:cNvPr>
          <p:cNvSpPr txBox="1"/>
          <p:nvPr/>
        </p:nvSpPr>
        <p:spPr>
          <a:xfrm>
            <a:off x="4662736" y="6208259"/>
            <a:ext cx="574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-10</a:t>
            </a:r>
            <a:r>
              <a:rPr lang="en-NL" baseline="300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48B5C7-CB2A-A1EE-4F34-FD0822C32EEB}"/>
              </a:ext>
            </a:extLst>
          </p:cNvPr>
          <p:cNvSpPr txBox="1"/>
          <p:nvPr/>
        </p:nvSpPr>
        <p:spPr>
          <a:xfrm>
            <a:off x="5262511" y="6208259"/>
            <a:ext cx="574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-10</a:t>
            </a:r>
            <a:r>
              <a:rPr lang="en-NL" baseline="300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BA9C5D-4264-C8E3-10AC-5B34E71236EE}"/>
              </a:ext>
            </a:extLst>
          </p:cNvPr>
          <p:cNvSpPr txBox="1"/>
          <p:nvPr/>
        </p:nvSpPr>
        <p:spPr>
          <a:xfrm>
            <a:off x="1586230" y="326592"/>
            <a:ext cx="964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K(cm/d)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6D988E-41DE-C559-3816-16A3EA7662D1}"/>
              </a:ext>
            </a:extLst>
          </p:cNvPr>
          <p:cNvSpPr txBox="1"/>
          <p:nvPr/>
        </p:nvSpPr>
        <p:spPr>
          <a:xfrm>
            <a:off x="4781867" y="6446071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-p(mbar)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58AEE9-7878-2206-6998-1BC1BE556488}"/>
              </a:ext>
            </a:extLst>
          </p:cNvPr>
          <p:cNvSpPr txBox="1"/>
          <p:nvPr/>
        </p:nvSpPr>
        <p:spPr>
          <a:xfrm>
            <a:off x="844952" y="2528292"/>
            <a:ext cx="763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Fig 5a</a:t>
            </a:r>
          </a:p>
        </p:txBody>
      </p:sp>
    </p:spTree>
    <p:extLst>
      <p:ext uri="{BB962C8B-B14F-4D97-AF65-F5344CB8AC3E}">
        <p14:creationId xmlns:p14="http://schemas.microsoft.com/office/powerpoint/2010/main" val="2440357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F2DEED1F-19EA-4D8F-B9D5-B28A252E59FF}"/>
              </a:ext>
            </a:extLst>
          </p:cNvPr>
          <p:cNvGrpSpPr/>
          <p:nvPr/>
        </p:nvGrpSpPr>
        <p:grpSpPr>
          <a:xfrm>
            <a:off x="1301383" y="1587"/>
            <a:ext cx="6578441" cy="6832569"/>
            <a:chOff x="1301383" y="1587"/>
            <a:chExt cx="6578441" cy="683256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1A966F7-A8AD-114B-F9CF-DD42EDA1D1CE}"/>
                </a:ext>
              </a:extLst>
            </p:cNvPr>
            <p:cNvSpPr/>
            <p:nvPr/>
          </p:nvSpPr>
          <p:spPr>
            <a:xfrm>
              <a:off x="2002420" y="416689"/>
              <a:ext cx="5382228" cy="579891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652CDB5-E8AD-EA6F-C444-FE7FB34F260B}"/>
                </a:ext>
              </a:extLst>
            </p:cNvPr>
            <p:cNvCxnSpPr>
              <a:cxnSpLocks/>
            </p:cNvCxnSpPr>
            <p:nvPr/>
          </p:nvCxnSpPr>
          <p:spPr>
            <a:xfrm>
              <a:off x="1921398" y="694481"/>
              <a:ext cx="5486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377E71A-2174-DBD9-4A0F-9CDB7C06624B}"/>
                </a:ext>
              </a:extLst>
            </p:cNvPr>
            <p:cNvCxnSpPr>
              <a:cxnSpLocks/>
            </p:cNvCxnSpPr>
            <p:nvPr/>
          </p:nvCxnSpPr>
          <p:spPr>
            <a:xfrm>
              <a:off x="1967695" y="2108521"/>
              <a:ext cx="5486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BCD8CBC-9D31-AC12-8F28-BFBECD86BFFA}"/>
                </a:ext>
              </a:extLst>
            </p:cNvPr>
            <p:cNvCxnSpPr>
              <a:cxnSpLocks/>
            </p:cNvCxnSpPr>
            <p:nvPr/>
          </p:nvCxnSpPr>
          <p:spPr>
            <a:xfrm>
              <a:off x="1967695" y="3467582"/>
              <a:ext cx="5486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787FE2D-C950-9B9E-702A-758594086B6A}"/>
                </a:ext>
              </a:extLst>
            </p:cNvPr>
            <p:cNvCxnSpPr>
              <a:cxnSpLocks/>
            </p:cNvCxnSpPr>
            <p:nvPr/>
          </p:nvCxnSpPr>
          <p:spPr>
            <a:xfrm>
              <a:off x="1956120" y="4858473"/>
              <a:ext cx="5486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5F4877D-356F-7602-28FC-0259FE849F60}"/>
                </a:ext>
              </a:extLst>
            </p:cNvPr>
            <p:cNvCxnSpPr>
              <a:cxnSpLocks/>
            </p:cNvCxnSpPr>
            <p:nvPr/>
          </p:nvCxnSpPr>
          <p:spPr>
            <a:xfrm>
              <a:off x="2743200" y="416689"/>
              <a:ext cx="0" cy="57989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7539FB-F360-7FA5-0B2A-BDA3A702E3A4}"/>
                </a:ext>
              </a:extLst>
            </p:cNvPr>
            <p:cNvCxnSpPr>
              <a:cxnSpLocks/>
            </p:cNvCxnSpPr>
            <p:nvPr/>
          </p:nvCxnSpPr>
          <p:spPr>
            <a:xfrm>
              <a:off x="3520635" y="418616"/>
              <a:ext cx="0" cy="57989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A09788F-F2A4-9101-A9EE-022FBE3A2B07}"/>
                </a:ext>
              </a:extLst>
            </p:cNvPr>
            <p:cNvCxnSpPr>
              <a:cxnSpLocks/>
            </p:cNvCxnSpPr>
            <p:nvPr/>
          </p:nvCxnSpPr>
          <p:spPr>
            <a:xfrm>
              <a:off x="4298075" y="420541"/>
              <a:ext cx="0" cy="57989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6CB5166-52BA-F849-367B-99D0D2640298}"/>
                </a:ext>
              </a:extLst>
            </p:cNvPr>
            <p:cNvCxnSpPr>
              <a:cxnSpLocks/>
            </p:cNvCxnSpPr>
            <p:nvPr/>
          </p:nvCxnSpPr>
          <p:spPr>
            <a:xfrm>
              <a:off x="5063933" y="422468"/>
              <a:ext cx="0" cy="57989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49E559D-B37E-CCEF-90F8-509A952EA5CC}"/>
                </a:ext>
              </a:extLst>
            </p:cNvPr>
            <p:cNvCxnSpPr>
              <a:cxnSpLocks/>
            </p:cNvCxnSpPr>
            <p:nvPr/>
          </p:nvCxnSpPr>
          <p:spPr>
            <a:xfrm>
              <a:off x="5818220" y="412818"/>
              <a:ext cx="0" cy="57989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1BADB5B-E05D-3D47-15BA-E97DE2D64787}"/>
                </a:ext>
              </a:extLst>
            </p:cNvPr>
            <p:cNvCxnSpPr>
              <a:cxnSpLocks/>
            </p:cNvCxnSpPr>
            <p:nvPr/>
          </p:nvCxnSpPr>
          <p:spPr>
            <a:xfrm>
              <a:off x="6584078" y="426318"/>
              <a:ext cx="0" cy="57989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B42B50F-E0DC-99AC-F281-AE4400420ABF}"/>
                </a:ext>
              </a:extLst>
            </p:cNvPr>
            <p:cNvGrpSpPr/>
            <p:nvPr/>
          </p:nvGrpSpPr>
          <p:grpSpPr>
            <a:xfrm>
              <a:off x="1474112" y="509815"/>
              <a:ext cx="513282" cy="5838370"/>
              <a:chOff x="964827" y="509815"/>
              <a:chExt cx="513282" cy="5838370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A0E5526-9B75-B99F-9D94-6BC8D05D41A8}"/>
                  </a:ext>
                </a:extLst>
              </p:cNvPr>
              <p:cNvSpPr txBox="1"/>
              <p:nvPr/>
            </p:nvSpPr>
            <p:spPr>
              <a:xfrm>
                <a:off x="964827" y="509815"/>
                <a:ext cx="5132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10</a:t>
                </a:r>
                <a:r>
                  <a:rPr lang="en-NL" baseline="30000" dirty="0"/>
                  <a:t>4</a:t>
                </a:r>
                <a:endParaRPr lang="en-NL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F48870-73EE-8006-53BC-B221C234437D}"/>
                  </a:ext>
                </a:extLst>
              </p:cNvPr>
              <p:cNvSpPr txBox="1"/>
              <p:nvPr/>
            </p:nvSpPr>
            <p:spPr>
              <a:xfrm>
                <a:off x="964827" y="1877075"/>
                <a:ext cx="5132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10</a:t>
                </a:r>
                <a:r>
                  <a:rPr lang="en-NL" baseline="30000" dirty="0"/>
                  <a:t>3</a:t>
                </a:r>
                <a:endParaRPr lang="en-NL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BA1C5C-C406-DCC9-188E-556B5AC62490}"/>
                  </a:ext>
                </a:extLst>
              </p:cNvPr>
              <p:cNvSpPr txBox="1"/>
              <p:nvPr/>
            </p:nvSpPr>
            <p:spPr>
              <a:xfrm>
                <a:off x="964827" y="3244334"/>
                <a:ext cx="5132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10</a:t>
                </a:r>
                <a:r>
                  <a:rPr lang="en-NL" baseline="30000" dirty="0"/>
                  <a:t>2</a:t>
                </a:r>
                <a:endParaRPr lang="en-NL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4BC7382-CE75-E7B3-D301-982242FFE71E}"/>
                  </a:ext>
                </a:extLst>
              </p:cNvPr>
              <p:cNvSpPr txBox="1"/>
              <p:nvPr/>
            </p:nvSpPr>
            <p:spPr>
              <a:xfrm>
                <a:off x="964827" y="4611593"/>
                <a:ext cx="5132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10</a:t>
                </a:r>
                <a:r>
                  <a:rPr lang="en-NL" baseline="30000" dirty="0"/>
                  <a:t>1</a:t>
                </a:r>
                <a:endParaRPr lang="en-NL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1826C3-24BC-C03B-2620-5DAA4BA479DD}"/>
                  </a:ext>
                </a:extLst>
              </p:cNvPr>
              <p:cNvSpPr txBox="1"/>
              <p:nvPr/>
            </p:nvSpPr>
            <p:spPr>
              <a:xfrm>
                <a:off x="964827" y="5978853"/>
                <a:ext cx="5132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10</a:t>
                </a:r>
                <a:r>
                  <a:rPr lang="en-NL" baseline="30000" dirty="0"/>
                  <a:t>0</a:t>
                </a:r>
                <a:endParaRPr lang="en-NL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9817A38-5314-854B-80A8-4EA1B699F6F7}"/>
                </a:ext>
              </a:extLst>
            </p:cNvPr>
            <p:cNvGrpSpPr/>
            <p:nvPr/>
          </p:nvGrpSpPr>
          <p:grpSpPr>
            <a:xfrm>
              <a:off x="7528319" y="464435"/>
              <a:ext cx="308098" cy="5838370"/>
              <a:chOff x="964827" y="509815"/>
              <a:chExt cx="308098" cy="5838370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F05CECD-54E5-6159-F6D9-A0A1D22A5406}"/>
                  </a:ext>
                </a:extLst>
              </p:cNvPr>
              <p:cNvSpPr txBox="1"/>
              <p:nvPr/>
            </p:nvSpPr>
            <p:spPr>
              <a:xfrm>
                <a:off x="964827" y="509815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4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9A11FDA-186B-F9AB-8F05-E1741F4254DF}"/>
                  </a:ext>
                </a:extLst>
              </p:cNvPr>
              <p:cNvSpPr txBox="1"/>
              <p:nvPr/>
            </p:nvSpPr>
            <p:spPr>
              <a:xfrm>
                <a:off x="964827" y="1877075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3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3C000CD-5CB5-0DCC-7B5B-830FAE30AE87}"/>
                  </a:ext>
                </a:extLst>
              </p:cNvPr>
              <p:cNvSpPr txBox="1"/>
              <p:nvPr/>
            </p:nvSpPr>
            <p:spPr>
              <a:xfrm>
                <a:off x="964827" y="324433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2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E80307-ECCD-FEB2-8F8B-33219FB36D1C}"/>
                  </a:ext>
                </a:extLst>
              </p:cNvPr>
              <p:cNvSpPr txBox="1"/>
              <p:nvPr/>
            </p:nvSpPr>
            <p:spPr>
              <a:xfrm>
                <a:off x="964827" y="461159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1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84A089-F596-1DAE-8B1E-F35EE386ABC6}"/>
                  </a:ext>
                </a:extLst>
              </p:cNvPr>
              <p:cNvSpPr txBox="1"/>
              <p:nvPr/>
            </p:nvSpPr>
            <p:spPr>
              <a:xfrm>
                <a:off x="964827" y="597885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0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38727A4-DB26-1F0A-397D-16AC3075A773}"/>
                </a:ext>
              </a:extLst>
            </p:cNvPr>
            <p:cNvSpPr txBox="1"/>
            <p:nvPr/>
          </p:nvSpPr>
          <p:spPr>
            <a:xfrm>
              <a:off x="2322190" y="630496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0.05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0E4A0C0-E9DD-51D4-6D0D-71F4DC3AED88}"/>
                </a:ext>
              </a:extLst>
            </p:cNvPr>
            <p:cNvSpPr txBox="1"/>
            <p:nvPr/>
          </p:nvSpPr>
          <p:spPr>
            <a:xfrm>
              <a:off x="3893588" y="630496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0.15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7EB1FF4-E40C-B2FA-7F15-E312BED5B66F}"/>
                </a:ext>
              </a:extLst>
            </p:cNvPr>
            <p:cNvSpPr txBox="1"/>
            <p:nvPr/>
          </p:nvSpPr>
          <p:spPr>
            <a:xfrm>
              <a:off x="5464986" y="630496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0.25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C9FB92F-AAEA-146D-DEF5-9D55339192D9}"/>
                </a:ext>
              </a:extLst>
            </p:cNvPr>
            <p:cNvSpPr txBox="1"/>
            <p:nvPr/>
          </p:nvSpPr>
          <p:spPr>
            <a:xfrm>
              <a:off x="7036384" y="630496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0.35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3017CBF-0799-DEBF-51EB-249872509ECC}"/>
                </a:ext>
              </a:extLst>
            </p:cNvPr>
            <p:cNvSpPr txBox="1"/>
            <p:nvPr/>
          </p:nvSpPr>
          <p:spPr>
            <a:xfrm>
              <a:off x="3107889" y="630496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0.10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C8111A6-A28A-80AB-7CE7-47E9132A0629}"/>
                </a:ext>
              </a:extLst>
            </p:cNvPr>
            <p:cNvSpPr txBox="1"/>
            <p:nvPr/>
          </p:nvSpPr>
          <p:spPr>
            <a:xfrm>
              <a:off x="4679287" y="630496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0.20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7DB243B-5CF1-DE19-88CF-48B18EF870FF}"/>
                </a:ext>
              </a:extLst>
            </p:cNvPr>
            <p:cNvSpPr txBox="1"/>
            <p:nvPr/>
          </p:nvSpPr>
          <p:spPr>
            <a:xfrm>
              <a:off x="6250685" y="630496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0.30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812CD5F-3136-7CD6-F625-232C2BEF55D4}"/>
                </a:ext>
              </a:extLst>
            </p:cNvPr>
            <p:cNvSpPr txBox="1"/>
            <p:nvPr/>
          </p:nvSpPr>
          <p:spPr>
            <a:xfrm>
              <a:off x="1849076" y="6304966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0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D20FD65-759C-27B0-3940-0399BE23D4C2}"/>
                </a:ext>
              </a:extLst>
            </p:cNvPr>
            <p:cNvSpPr txBox="1"/>
            <p:nvPr/>
          </p:nvSpPr>
          <p:spPr>
            <a:xfrm>
              <a:off x="7246030" y="3505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pF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E4D6EB3-A501-ED1F-52D0-C53E766C18BB}"/>
                </a:ext>
              </a:extLst>
            </p:cNvPr>
            <p:cNvSpPr txBox="1"/>
            <p:nvPr/>
          </p:nvSpPr>
          <p:spPr>
            <a:xfrm>
              <a:off x="1301383" y="1587"/>
              <a:ext cx="10550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-p[mbar]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3EF6950-65BC-CDE5-69AD-78C9B8129B04}"/>
                </a:ext>
              </a:extLst>
            </p:cNvPr>
            <p:cNvSpPr txBox="1"/>
            <p:nvPr/>
          </p:nvSpPr>
          <p:spPr>
            <a:xfrm>
              <a:off x="7565314" y="6464824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𝜃</a:t>
              </a: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3892C340-76EB-30E0-69F8-E458E82507C0}"/>
                </a:ext>
              </a:extLst>
            </p:cNvPr>
            <p:cNvSpPr/>
            <p:nvPr/>
          </p:nvSpPr>
          <p:spPr>
            <a:xfrm>
              <a:off x="2338086" y="416689"/>
              <a:ext cx="5011838" cy="5798916"/>
            </a:xfrm>
            <a:custGeom>
              <a:avLst/>
              <a:gdLst>
                <a:gd name="connsiteX0" fmla="*/ 0 w 5011838"/>
                <a:gd name="connsiteY0" fmla="*/ 0 h 5798916"/>
                <a:gd name="connsiteX1" fmla="*/ 312517 w 5011838"/>
                <a:gd name="connsiteY1" fmla="*/ 1597306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312517 w 5011838"/>
                <a:gd name="connsiteY1" fmla="*/ 1597306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312517 w 5011838"/>
                <a:gd name="connsiteY1" fmla="*/ 1597306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312517 w 5011838"/>
                <a:gd name="connsiteY1" fmla="*/ 1597306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312517 w 5011838"/>
                <a:gd name="connsiteY1" fmla="*/ 1597306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312517 w 5011838"/>
                <a:gd name="connsiteY1" fmla="*/ 1597306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312517 w 5011838"/>
                <a:gd name="connsiteY1" fmla="*/ 1597306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312517 w 5011838"/>
                <a:gd name="connsiteY1" fmla="*/ 1597306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312517 w 5011838"/>
                <a:gd name="connsiteY1" fmla="*/ 1597306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439838 w 5011838"/>
                <a:gd name="connsiteY1" fmla="*/ 1828800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439838 w 5011838"/>
                <a:gd name="connsiteY1" fmla="*/ 1828800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439838 w 5011838"/>
                <a:gd name="connsiteY1" fmla="*/ 1828800 h 5798916"/>
                <a:gd name="connsiteX2" fmla="*/ 3206187 w 5011838"/>
                <a:gd name="connsiteY2" fmla="*/ 3402957 h 5798916"/>
                <a:gd name="connsiteX3" fmla="*/ 4606724 w 5011838"/>
                <a:gd name="connsiteY3" fmla="*/ 4317357 h 5798916"/>
                <a:gd name="connsiteX4" fmla="*/ 5011838 w 5011838"/>
                <a:gd name="connsiteY4" fmla="*/ 5798916 h 5798916"/>
                <a:gd name="connsiteX0" fmla="*/ 0 w 5011838"/>
                <a:gd name="connsiteY0" fmla="*/ 0 h 5798916"/>
                <a:gd name="connsiteX1" fmla="*/ 439838 w 5011838"/>
                <a:gd name="connsiteY1" fmla="*/ 1828800 h 5798916"/>
                <a:gd name="connsiteX2" fmla="*/ 2615878 w 5011838"/>
                <a:gd name="connsiteY2" fmla="*/ 3264061 h 5798916"/>
                <a:gd name="connsiteX3" fmla="*/ 4606724 w 5011838"/>
                <a:gd name="connsiteY3" fmla="*/ 4317357 h 5798916"/>
                <a:gd name="connsiteX4" fmla="*/ 5011838 w 5011838"/>
                <a:gd name="connsiteY4" fmla="*/ 5798916 h 5798916"/>
                <a:gd name="connsiteX0" fmla="*/ 0 w 5011838"/>
                <a:gd name="connsiteY0" fmla="*/ 0 h 5798916"/>
                <a:gd name="connsiteX1" fmla="*/ 439838 w 5011838"/>
                <a:gd name="connsiteY1" fmla="*/ 1828800 h 5798916"/>
                <a:gd name="connsiteX2" fmla="*/ 2615878 w 5011838"/>
                <a:gd name="connsiteY2" fmla="*/ 3264061 h 5798916"/>
                <a:gd name="connsiteX3" fmla="*/ 4606724 w 5011838"/>
                <a:gd name="connsiteY3" fmla="*/ 4317357 h 5798916"/>
                <a:gd name="connsiteX4" fmla="*/ 5011838 w 5011838"/>
                <a:gd name="connsiteY4" fmla="*/ 5798916 h 5798916"/>
                <a:gd name="connsiteX0" fmla="*/ 0 w 5011838"/>
                <a:gd name="connsiteY0" fmla="*/ 0 h 5798916"/>
                <a:gd name="connsiteX1" fmla="*/ 439838 w 5011838"/>
                <a:gd name="connsiteY1" fmla="*/ 1828800 h 5798916"/>
                <a:gd name="connsiteX2" fmla="*/ 2615878 w 5011838"/>
                <a:gd name="connsiteY2" fmla="*/ 3264061 h 5798916"/>
                <a:gd name="connsiteX3" fmla="*/ 4606724 w 5011838"/>
                <a:gd name="connsiteY3" fmla="*/ 4317357 h 5798916"/>
                <a:gd name="connsiteX4" fmla="*/ 5011838 w 5011838"/>
                <a:gd name="connsiteY4" fmla="*/ 5798916 h 5798916"/>
                <a:gd name="connsiteX0" fmla="*/ 0 w 5011838"/>
                <a:gd name="connsiteY0" fmla="*/ 0 h 5798916"/>
                <a:gd name="connsiteX1" fmla="*/ 439838 w 5011838"/>
                <a:gd name="connsiteY1" fmla="*/ 1828800 h 5798916"/>
                <a:gd name="connsiteX2" fmla="*/ 2615878 w 5011838"/>
                <a:gd name="connsiteY2" fmla="*/ 3264061 h 5798916"/>
                <a:gd name="connsiteX3" fmla="*/ 4606724 w 5011838"/>
                <a:gd name="connsiteY3" fmla="*/ 4317357 h 5798916"/>
                <a:gd name="connsiteX4" fmla="*/ 5011838 w 5011838"/>
                <a:gd name="connsiteY4" fmla="*/ 5798916 h 5798916"/>
                <a:gd name="connsiteX0" fmla="*/ 0 w 5011838"/>
                <a:gd name="connsiteY0" fmla="*/ 0 h 5798916"/>
                <a:gd name="connsiteX1" fmla="*/ 439838 w 5011838"/>
                <a:gd name="connsiteY1" fmla="*/ 1828800 h 5798916"/>
                <a:gd name="connsiteX2" fmla="*/ 2615878 w 5011838"/>
                <a:gd name="connsiteY2" fmla="*/ 3264061 h 5798916"/>
                <a:gd name="connsiteX3" fmla="*/ 4606724 w 5011838"/>
                <a:gd name="connsiteY3" fmla="*/ 4317357 h 5798916"/>
                <a:gd name="connsiteX4" fmla="*/ 5011838 w 5011838"/>
                <a:gd name="connsiteY4" fmla="*/ 5798916 h 5798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1838" h="5798916">
                  <a:moveTo>
                    <a:pt x="0" y="0"/>
                  </a:moveTo>
                  <a:cubicBezTo>
                    <a:pt x="104172" y="891250"/>
                    <a:pt x="27007" y="625033"/>
                    <a:pt x="439838" y="1828800"/>
                  </a:cubicBezTo>
                  <a:cubicBezTo>
                    <a:pt x="852669" y="3032567"/>
                    <a:pt x="1574156" y="2999772"/>
                    <a:pt x="2615878" y="3264061"/>
                  </a:cubicBezTo>
                  <a:cubicBezTo>
                    <a:pt x="3657600" y="3528350"/>
                    <a:pt x="4392592" y="3536066"/>
                    <a:pt x="4606724" y="4317357"/>
                  </a:cubicBezTo>
                  <a:lnTo>
                    <a:pt x="5011838" y="5798916"/>
                  </a:ln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3047317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3864</TotalTime>
  <Words>80</Words>
  <Application>Microsoft Macintosh PowerPoint</Application>
  <PresentationFormat>On-screen Show (4:3)</PresentationFormat>
  <Paragraphs>51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Voortoets Plaatjes met de hand</vt:lpstr>
      <vt:lpstr>PowerPoint Presentation</vt:lpstr>
      <vt:lpstr>PowerPoint Presentation</vt:lpstr>
      <vt:lpstr>PowerPoint Presentation</vt:lpstr>
      <vt:lpstr>Plaatjes De Laat 1980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Theo Olsthoorn</dc:creator>
  <cp:lastModifiedBy>Theo Olsthoorn</cp:lastModifiedBy>
  <cp:revision>6</cp:revision>
  <dcterms:created xsi:type="dcterms:W3CDTF">2025-01-26T23:48:30Z</dcterms:created>
  <dcterms:modified xsi:type="dcterms:W3CDTF">2026-04-02T21:08:06Z</dcterms:modified>
</cp:coreProperties>
</file>